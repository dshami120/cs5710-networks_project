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76" r:id="rId4"/>
    <p:sldId id="287" r:id="rId5"/>
    <p:sldId id="277" r:id="rId6"/>
    <p:sldId id="278" r:id="rId7"/>
    <p:sldId id="259" r:id="rId8"/>
    <p:sldId id="260" r:id="rId9"/>
    <p:sldId id="279" r:id="rId10"/>
    <p:sldId id="280" r:id="rId11"/>
    <p:sldId id="282" r:id="rId12"/>
    <p:sldId id="283" r:id="rId13"/>
    <p:sldId id="286" r:id="rId14"/>
    <p:sldId id="262" r:id="rId15"/>
    <p:sldId id="284" r:id="rId16"/>
    <p:sldId id="285" r:id="rId17"/>
    <p:sldId id="263" r:id="rId18"/>
    <p:sldId id="264" r:id="rId19"/>
    <p:sldId id="265" r:id="rId20"/>
    <p:sldId id="268" r:id="rId21"/>
    <p:sldId id="270" r:id="rId22"/>
    <p:sldId id="271" r:id="rId23"/>
    <p:sldId id="272" r:id="rId24"/>
    <p:sldId id="273" r:id="rId25"/>
    <p:sldId id="274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3FE4AD-67C8-609C-325F-619596FC5708}" v="2" dt="2025-12-05T02:06:49.346"/>
    <p1510:client id="{A2C1623F-EF1F-6EB0-2FFF-1D5CBB831937}" v="106" dt="2025-12-05T01:33:06.494"/>
    <p1510:client id="{B1E8A7E3-DCB7-0318-E7D1-7305D542A77A}" v="343" dt="2025-12-05T02:03:52.611"/>
    <p1510:client id="{CEC65E9D-B994-0E5A-4638-18785FDAF738}" v="2" dt="2025-12-05T02:09:00.388"/>
    <p1510:client id="{E16BAB73-EB33-E748-8B8A-DE4815F7BE0F}" v="528" dt="2025-12-05T02:11:43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40AD23-2B77-43A5-98AB-DD1E2DF280F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3A377F5-EEA1-41A1-A660-774FEF69726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Text-based commands/messages</a:t>
          </a:r>
        </a:p>
      </dgm:t>
    </dgm:pt>
    <dgm:pt modelId="{F0FC9FA5-8882-4199-BD5D-210B01492DD7}" type="parTrans" cxnId="{FA8CDCEA-770D-4BD6-B55B-038E40DC6637}">
      <dgm:prSet/>
      <dgm:spPr/>
      <dgm:t>
        <a:bodyPr/>
        <a:lstStyle/>
        <a:p>
          <a:endParaRPr lang="en-US"/>
        </a:p>
      </dgm:t>
    </dgm:pt>
    <dgm:pt modelId="{A5119B5F-5E68-4FFA-8E05-9AAC415A2BA9}" type="sibTrans" cxnId="{FA8CDCEA-770D-4BD6-B55B-038E40DC6637}">
      <dgm:prSet/>
      <dgm:spPr/>
      <dgm:t>
        <a:bodyPr/>
        <a:lstStyle/>
        <a:p>
          <a:endParaRPr lang="en-US"/>
        </a:p>
      </dgm:t>
    </dgm:pt>
    <dgm:pt modelId="{37EE1D07-C681-4359-908A-E224F0C9842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Broadcast:</a:t>
          </a:r>
          <a:r>
            <a:rPr lang="en-US"/>
            <a:t> username: message</a:t>
          </a:r>
        </a:p>
      </dgm:t>
    </dgm:pt>
    <dgm:pt modelId="{9B12C688-CCC9-4029-8366-20628E5FF56E}" type="parTrans" cxnId="{0EC4B05C-1141-48B4-822A-EC849D41DF92}">
      <dgm:prSet/>
      <dgm:spPr/>
      <dgm:t>
        <a:bodyPr/>
        <a:lstStyle/>
        <a:p>
          <a:endParaRPr lang="en-US"/>
        </a:p>
      </dgm:t>
    </dgm:pt>
    <dgm:pt modelId="{67360C80-6F15-44FD-AEC0-EAE422AC506E}" type="sibTrans" cxnId="{0EC4B05C-1141-48B4-822A-EC849D41DF92}">
      <dgm:prSet/>
      <dgm:spPr/>
      <dgm:t>
        <a:bodyPr/>
        <a:lstStyle/>
        <a:p>
          <a:endParaRPr lang="en-US"/>
        </a:p>
      </dgm:t>
    </dgm:pt>
    <dgm:pt modelId="{4916050E-38AC-420A-B487-58BCE16715E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Private:</a:t>
          </a:r>
          <a:r>
            <a:rPr lang="en-US"/>
            <a:t> /pm &lt;user&gt; &lt;message&gt;</a:t>
          </a:r>
        </a:p>
      </dgm:t>
    </dgm:pt>
    <dgm:pt modelId="{2966BBFA-C4CD-453F-94B6-5C675578159C}" type="parTrans" cxnId="{7CBA900C-8DB8-416F-B4C3-E90F3D79C813}">
      <dgm:prSet/>
      <dgm:spPr/>
      <dgm:t>
        <a:bodyPr/>
        <a:lstStyle/>
        <a:p>
          <a:endParaRPr lang="en-US"/>
        </a:p>
      </dgm:t>
    </dgm:pt>
    <dgm:pt modelId="{4AE93BE8-9F56-4593-B559-B74F4B960D7B}" type="sibTrans" cxnId="{7CBA900C-8DB8-416F-B4C3-E90F3D79C813}">
      <dgm:prSet/>
      <dgm:spPr/>
      <dgm:t>
        <a:bodyPr/>
        <a:lstStyle/>
        <a:p>
          <a:endParaRPr lang="en-US"/>
        </a:p>
      </dgm:t>
    </dgm:pt>
    <dgm:pt modelId="{0599EEF3-27D5-414E-8948-50A77F0FF66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Typing indicator:</a:t>
          </a:r>
          <a:r>
            <a:rPr lang="en-US"/>
            <a:t> /typing and</a:t>
          </a:r>
        </a:p>
        <a:p>
          <a:pPr>
            <a:lnSpc>
              <a:spcPct val="100000"/>
            </a:lnSpc>
            <a:defRPr cap="all"/>
          </a:pPr>
          <a:r>
            <a:rPr lang="en-US"/>
            <a:t> /</a:t>
          </a:r>
          <a:r>
            <a:rPr lang="en-US" err="1"/>
            <a:t>stoppedtyping</a:t>
          </a:r>
          <a:endParaRPr lang="en-US"/>
        </a:p>
      </dgm:t>
    </dgm:pt>
    <dgm:pt modelId="{0628DA42-BDF9-405D-806E-3E4E82E1F5A1}" type="parTrans" cxnId="{DB9A802B-40B2-48AE-9B8A-38239277C8BA}">
      <dgm:prSet/>
      <dgm:spPr/>
      <dgm:t>
        <a:bodyPr/>
        <a:lstStyle/>
        <a:p>
          <a:endParaRPr lang="en-US"/>
        </a:p>
      </dgm:t>
    </dgm:pt>
    <dgm:pt modelId="{3D76B9B9-CD7C-4706-912F-8FAE0A877088}" type="sibTrans" cxnId="{DB9A802B-40B2-48AE-9B8A-38239277C8BA}">
      <dgm:prSet/>
      <dgm:spPr/>
      <dgm:t>
        <a:bodyPr/>
        <a:lstStyle/>
        <a:p>
          <a:endParaRPr lang="en-US"/>
        </a:p>
      </dgm:t>
    </dgm:pt>
    <dgm:pt modelId="{2A9527D6-9429-4EFB-AA87-1252FEE8537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AI request:</a:t>
          </a:r>
          <a:r>
            <a:rPr lang="en-US"/>
            <a:t> /askgpt &lt;question&gt;</a:t>
          </a:r>
        </a:p>
      </dgm:t>
    </dgm:pt>
    <dgm:pt modelId="{71A18E07-4025-4040-ACAE-F0EDFB44E8CB}" type="parTrans" cxnId="{DF768ED9-B7EC-45D5-9ECE-E64E9DEB75B5}">
      <dgm:prSet/>
      <dgm:spPr/>
      <dgm:t>
        <a:bodyPr/>
        <a:lstStyle/>
        <a:p>
          <a:endParaRPr lang="en-US"/>
        </a:p>
      </dgm:t>
    </dgm:pt>
    <dgm:pt modelId="{395B6AC7-5477-4B8B-9C80-D102696DE897}" type="sibTrans" cxnId="{DF768ED9-B7EC-45D5-9ECE-E64E9DEB75B5}">
      <dgm:prSet/>
      <dgm:spPr/>
      <dgm:t>
        <a:bodyPr/>
        <a:lstStyle/>
        <a:p>
          <a:endParaRPr lang="en-US"/>
        </a:p>
      </dgm:t>
    </dgm:pt>
    <dgm:pt modelId="{8748937F-285E-43B9-AE36-B4E03D40209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Admin commands:</a:t>
          </a:r>
          <a:r>
            <a:rPr lang="en-US"/>
            <a:t> /kick, /rename, /</a:t>
          </a:r>
          <a:r>
            <a:rPr lang="en-US" err="1"/>
            <a:t>changepw</a:t>
          </a:r>
          <a:r>
            <a:rPr lang="en-US"/>
            <a:t>, /announce</a:t>
          </a:r>
        </a:p>
      </dgm:t>
    </dgm:pt>
    <dgm:pt modelId="{67F29834-9F69-4350-BF0E-D93154F3535F}" type="parTrans" cxnId="{3C80B10A-44AA-4F91-9A78-E3EC71686A4D}">
      <dgm:prSet/>
      <dgm:spPr/>
      <dgm:t>
        <a:bodyPr/>
        <a:lstStyle/>
        <a:p>
          <a:endParaRPr lang="en-US"/>
        </a:p>
      </dgm:t>
    </dgm:pt>
    <dgm:pt modelId="{998F3DD6-8356-4E8A-AE6A-6DC156168D23}" type="sibTrans" cxnId="{3C80B10A-44AA-4F91-9A78-E3EC71686A4D}">
      <dgm:prSet/>
      <dgm:spPr/>
      <dgm:t>
        <a:bodyPr/>
        <a:lstStyle/>
        <a:p>
          <a:endParaRPr lang="en-US"/>
        </a:p>
      </dgm:t>
    </dgm:pt>
    <dgm:pt modelId="{800A8002-1F2D-47E7-A641-2B1824E633B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Messages tagged &amp; logged by type</a:t>
          </a:r>
        </a:p>
      </dgm:t>
    </dgm:pt>
    <dgm:pt modelId="{3859FEE2-6BB2-4FEC-8461-80C3222CE7CC}" type="parTrans" cxnId="{AF0C1264-9196-4648-AC24-BAA1360D76B8}">
      <dgm:prSet/>
      <dgm:spPr/>
      <dgm:t>
        <a:bodyPr/>
        <a:lstStyle/>
        <a:p>
          <a:endParaRPr lang="en-US"/>
        </a:p>
      </dgm:t>
    </dgm:pt>
    <dgm:pt modelId="{9D6B70E3-16C3-47BA-8531-BE97B190D0D1}" type="sibTrans" cxnId="{AF0C1264-9196-4648-AC24-BAA1360D76B8}">
      <dgm:prSet/>
      <dgm:spPr/>
      <dgm:t>
        <a:bodyPr/>
        <a:lstStyle/>
        <a:p>
          <a:endParaRPr lang="en-US"/>
        </a:p>
      </dgm:t>
    </dgm:pt>
    <dgm:pt modelId="{29AAF52A-0BC9-4BFA-949A-2E1FFEBD4FC9}" type="pres">
      <dgm:prSet presAssocID="{0B40AD23-2B77-43A5-98AB-DD1E2DF280F8}" presName="root" presStyleCnt="0">
        <dgm:presLayoutVars>
          <dgm:dir/>
          <dgm:resizeHandles val="exact"/>
        </dgm:presLayoutVars>
      </dgm:prSet>
      <dgm:spPr/>
    </dgm:pt>
    <dgm:pt modelId="{5978C8E2-B38F-4286-8898-6B660320D7EB}" type="pres">
      <dgm:prSet presAssocID="{33A377F5-EEA1-41A1-A660-774FEF697263}" presName="compNode" presStyleCnt="0"/>
      <dgm:spPr/>
    </dgm:pt>
    <dgm:pt modelId="{6B1019B8-02B0-4543-9B11-34256F1FB870}" type="pres">
      <dgm:prSet presAssocID="{33A377F5-EEA1-41A1-A660-774FEF697263}" presName="iconBgRect" presStyleLbl="bgShp" presStyleIdx="0" presStyleCnt="7"/>
      <dgm:spPr/>
    </dgm:pt>
    <dgm:pt modelId="{5BF25CFA-DD21-4544-8F8F-DDB5D450B646}" type="pres">
      <dgm:prSet presAssocID="{33A377F5-EEA1-41A1-A660-774FEF697263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576285E8-37A8-4B62-9766-26618D08EA98}" type="pres">
      <dgm:prSet presAssocID="{33A377F5-EEA1-41A1-A660-774FEF697263}" presName="spaceRect" presStyleCnt="0"/>
      <dgm:spPr/>
    </dgm:pt>
    <dgm:pt modelId="{5E2DD2EA-EB23-4E9B-954D-112DAB632210}" type="pres">
      <dgm:prSet presAssocID="{33A377F5-EEA1-41A1-A660-774FEF697263}" presName="textRect" presStyleLbl="revTx" presStyleIdx="0" presStyleCnt="7">
        <dgm:presLayoutVars>
          <dgm:chMax val="1"/>
          <dgm:chPref val="1"/>
        </dgm:presLayoutVars>
      </dgm:prSet>
      <dgm:spPr/>
    </dgm:pt>
    <dgm:pt modelId="{813AFE16-6E92-4402-A9D2-BB22A0A7374F}" type="pres">
      <dgm:prSet presAssocID="{A5119B5F-5E68-4FFA-8E05-9AAC415A2BA9}" presName="sibTrans" presStyleCnt="0"/>
      <dgm:spPr/>
    </dgm:pt>
    <dgm:pt modelId="{050C312D-2CCA-43F4-B668-941D2C758959}" type="pres">
      <dgm:prSet presAssocID="{37EE1D07-C681-4359-908A-E224F0C9842F}" presName="compNode" presStyleCnt="0"/>
      <dgm:spPr/>
    </dgm:pt>
    <dgm:pt modelId="{237553ED-A75B-4527-BF66-395486B6DC2F}" type="pres">
      <dgm:prSet presAssocID="{37EE1D07-C681-4359-908A-E224F0C9842F}" presName="iconBgRect" presStyleLbl="bgShp" presStyleIdx="1" presStyleCnt="7"/>
      <dgm:spPr/>
    </dgm:pt>
    <dgm:pt modelId="{F2B58D03-C15B-4AEC-AFA2-8E2718AF1F9C}" type="pres">
      <dgm:prSet presAssocID="{37EE1D07-C681-4359-908A-E224F0C9842F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402138D6-B21C-4997-BDAE-9B9627CE1374}" type="pres">
      <dgm:prSet presAssocID="{37EE1D07-C681-4359-908A-E224F0C9842F}" presName="spaceRect" presStyleCnt="0"/>
      <dgm:spPr/>
    </dgm:pt>
    <dgm:pt modelId="{D5E6F488-21BD-48D8-A8D7-CE2A38D0F8B5}" type="pres">
      <dgm:prSet presAssocID="{37EE1D07-C681-4359-908A-E224F0C9842F}" presName="textRect" presStyleLbl="revTx" presStyleIdx="1" presStyleCnt="7">
        <dgm:presLayoutVars>
          <dgm:chMax val="1"/>
          <dgm:chPref val="1"/>
        </dgm:presLayoutVars>
      </dgm:prSet>
      <dgm:spPr/>
    </dgm:pt>
    <dgm:pt modelId="{3BD9252B-33A9-4FE6-AC25-DCE628CF404B}" type="pres">
      <dgm:prSet presAssocID="{67360C80-6F15-44FD-AEC0-EAE422AC506E}" presName="sibTrans" presStyleCnt="0"/>
      <dgm:spPr/>
    </dgm:pt>
    <dgm:pt modelId="{02B4385D-2327-4933-8FF9-08A056F2CCA1}" type="pres">
      <dgm:prSet presAssocID="{4916050E-38AC-420A-B487-58BCE16715E3}" presName="compNode" presStyleCnt="0"/>
      <dgm:spPr/>
    </dgm:pt>
    <dgm:pt modelId="{203202C7-9284-44C8-B147-9E5080CDD22B}" type="pres">
      <dgm:prSet presAssocID="{4916050E-38AC-420A-B487-58BCE16715E3}" presName="iconBgRect" presStyleLbl="bgShp" presStyleIdx="2" presStyleCnt="7"/>
      <dgm:spPr/>
    </dgm:pt>
    <dgm:pt modelId="{71E3657C-CF1D-44D4-A4D8-95CD9DD57BF3}" type="pres">
      <dgm:prSet presAssocID="{4916050E-38AC-420A-B487-58BCE16715E3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A3DAA8CE-AD47-494C-8EB0-546FBFF466C8}" type="pres">
      <dgm:prSet presAssocID="{4916050E-38AC-420A-B487-58BCE16715E3}" presName="spaceRect" presStyleCnt="0"/>
      <dgm:spPr/>
    </dgm:pt>
    <dgm:pt modelId="{34359E1D-1164-450F-9F20-83E7E8EDCCD2}" type="pres">
      <dgm:prSet presAssocID="{4916050E-38AC-420A-B487-58BCE16715E3}" presName="textRect" presStyleLbl="revTx" presStyleIdx="2" presStyleCnt="7">
        <dgm:presLayoutVars>
          <dgm:chMax val="1"/>
          <dgm:chPref val="1"/>
        </dgm:presLayoutVars>
      </dgm:prSet>
      <dgm:spPr/>
    </dgm:pt>
    <dgm:pt modelId="{8C2047C4-DBB7-4B86-B68F-12EB6E0CC4C3}" type="pres">
      <dgm:prSet presAssocID="{4AE93BE8-9F56-4593-B559-B74F4B960D7B}" presName="sibTrans" presStyleCnt="0"/>
      <dgm:spPr/>
    </dgm:pt>
    <dgm:pt modelId="{3E2732F6-5C43-4ED8-858A-FFFDDE5FE180}" type="pres">
      <dgm:prSet presAssocID="{0599EEF3-27D5-414E-8948-50A77F0FF667}" presName="compNode" presStyleCnt="0"/>
      <dgm:spPr/>
    </dgm:pt>
    <dgm:pt modelId="{A00C09A8-1C5B-4B1B-8C87-A671272D7D83}" type="pres">
      <dgm:prSet presAssocID="{0599EEF3-27D5-414E-8948-50A77F0FF667}" presName="iconBgRect" presStyleLbl="bgShp" presStyleIdx="3" presStyleCnt="7"/>
      <dgm:spPr/>
    </dgm:pt>
    <dgm:pt modelId="{6C052267-D059-406A-951B-8BB8FA777369}" type="pres">
      <dgm:prSet presAssocID="{0599EEF3-27D5-414E-8948-50A77F0FF667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789C454-42DF-410D-8127-F265B8250ABE}" type="pres">
      <dgm:prSet presAssocID="{0599EEF3-27D5-414E-8948-50A77F0FF667}" presName="spaceRect" presStyleCnt="0"/>
      <dgm:spPr/>
    </dgm:pt>
    <dgm:pt modelId="{086246D5-F5CE-4ADD-90F7-A8B5269D92F3}" type="pres">
      <dgm:prSet presAssocID="{0599EEF3-27D5-414E-8948-50A77F0FF667}" presName="textRect" presStyleLbl="revTx" presStyleIdx="3" presStyleCnt="7">
        <dgm:presLayoutVars>
          <dgm:chMax val="1"/>
          <dgm:chPref val="1"/>
        </dgm:presLayoutVars>
      </dgm:prSet>
      <dgm:spPr/>
    </dgm:pt>
    <dgm:pt modelId="{5E97B063-0FD4-4DB1-8A89-D4E922A1CCCC}" type="pres">
      <dgm:prSet presAssocID="{3D76B9B9-CD7C-4706-912F-8FAE0A877088}" presName="sibTrans" presStyleCnt="0"/>
      <dgm:spPr/>
    </dgm:pt>
    <dgm:pt modelId="{5D6381AC-FA07-4FB9-BE29-F76127489603}" type="pres">
      <dgm:prSet presAssocID="{2A9527D6-9429-4EFB-AA87-1252FEE85378}" presName="compNode" presStyleCnt="0"/>
      <dgm:spPr/>
    </dgm:pt>
    <dgm:pt modelId="{C76AD733-5FA5-44CD-87C9-C5E6555F69B7}" type="pres">
      <dgm:prSet presAssocID="{2A9527D6-9429-4EFB-AA87-1252FEE85378}" presName="iconBgRect" presStyleLbl="bgShp" presStyleIdx="4" presStyleCnt="7"/>
      <dgm:spPr/>
    </dgm:pt>
    <dgm:pt modelId="{A7DEEB7B-2AC8-452F-9AFC-735B24FA5F9F}" type="pres">
      <dgm:prSet presAssocID="{2A9527D6-9429-4EFB-AA87-1252FEE85378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EEB316E9-4691-40F9-AB53-6B3827C60FBE}" type="pres">
      <dgm:prSet presAssocID="{2A9527D6-9429-4EFB-AA87-1252FEE85378}" presName="spaceRect" presStyleCnt="0"/>
      <dgm:spPr/>
    </dgm:pt>
    <dgm:pt modelId="{AEF0DFED-4AA5-4660-B54F-AA904F6245F0}" type="pres">
      <dgm:prSet presAssocID="{2A9527D6-9429-4EFB-AA87-1252FEE85378}" presName="textRect" presStyleLbl="revTx" presStyleIdx="4" presStyleCnt="7">
        <dgm:presLayoutVars>
          <dgm:chMax val="1"/>
          <dgm:chPref val="1"/>
        </dgm:presLayoutVars>
      </dgm:prSet>
      <dgm:spPr/>
    </dgm:pt>
    <dgm:pt modelId="{A357E024-81B7-4719-BBF3-22B90ED17467}" type="pres">
      <dgm:prSet presAssocID="{395B6AC7-5477-4B8B-9C80-D102696DE897}" presName="sibTrans" presStyleCnt="0"/>
      <dgm:spPr/>
    </dgm:pt>
    <dgm:pt modelId="{46CDC341-1B2E-4C86-B488-53E23203279C}" type="pres">
      <dgm:prSet presAssocID="{8748937F-285E-43B9-AE36-B4E03D40209E}" presName="compNode" presStyleCnt="0"/>
      <dgm:spPr/>
    </dgm:pt>
    <dgm:pt modelId="{91C50CCC-C92E-421C-A9F4-385FDEBB1307}" type="pres">
      <dgm:prSet presAssocID="{8748937F-285E-43B9-AE36-B4E03D40209E}" presName="iconBgRect" presStyleLbl="bgShp" presStyleIdx="5" presStyleCnt="7"/>
      <dgm:spPr/>
    </dgm:pt>
    <dgm:pt modelId="{5843C9AC-B458-4E29-B97E-5A3457A739BA}" type="pres">
      <dgm:prSet presAssocID="{8748937F-285E-43B9-AE36-B4E03D40209E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0A5EB84-11AC-47C4-AD9A-73B441C13EED}" type="pres">
      <dgm:prSet presAssocID="{8748937F-285E-43B9-AE36-B4E03D40209E}" presName="spaceRect" presStyleCnt="0"/>
      <dgm:spPr/>
    </dgm:pt>
    <dgm:pt modelId="{25947E9A-6D14-43B1-A13B-D7D86717748F}" type="pres">
      <dgm:prSet presAssocID="{8748937F-285E-43B9-AE36-B4E03D40209E}" presName="textRect" presStyleLbl="revTx" presStyleIdx="5" presStyleCnt="7" custScaleX="110660">
        <dgm:presLayoutVars>
          <dgm:chMax val="1"/>
          <dgm:chPref val="1"/>
        </dgm:presLayoutVars>
      </dgm:prSet>
      <dgm:spPr/>
    </dgm:pt>
    <dgm:pt modelId="{B1C41848-9DDF-40AB-B1A9-DEDAE3FB32B1}" type="pres">
      <dgm:prSet presAssocID="{998F3DD6-8356-4E8A-AE6A-6DC156168D23}" presName="sibTrans" presStyleCnt="0"/>
      <dgm:spPr/>
    </dgm:pt>
    <dgm:pt modelId="{37B60C0A-4930-4D9B-BBA9-054E71C9E572}" type="pres">
      <dgm:prSet presAssocID="{800A8002-1F2D-47E7-A641-2B1824E633B9}" presName="compNode" presStyleCnt="0"/>
      <dgm:spPr/>
    </dgm:pt>
    <dgm:pt modelId="{6BE9CD49-F785-4D51-9F99-776A398AE399}" type="pres">
      <dgm:prSet presAssocID="{800A8002-1F2D-47E7-A641-2B1824E633B9}" presName="iconBgRect" presStyleLbl="bgShp" presStyleIdx="6" presStyleCnt="7"/>
      <dgm:spPr/>
    </dgm:pt>
    <dgm:pt modelId="{56AADB88-0C8C-458E-B590-77AF32C29E63}" type="pres">
      <dgm:prSet presAssocID="{800A8002-1F2D-47E7-A641-2B1824E633B9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EFC32364-BCB0-47D9-9392-7BA477B2DE96}" type="pres">
      <dgm:prSet presAssocID="{800A8002-1F2D-47E7-A641-2B1824E633B9}" presName="spaceRect" presStyleCnt="0"/>
      <dgm:spPr/>
    </dgm:pt>
    <dgm:pt modelId="{B9580063-5F05-4B95-8933-0EF1785D3984}" type="pres">
      <dgm:prSet presAssocID="{800A8002-1F2D-47E7-A641-2B1824E633B9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3C80B10A-44AA-4F91-9A78-E3EC71686A4D}" srcId="{0B40AD23-2B77-43A5-98AB-DD1E2DF280F8}" destId="{8748937F-285E-43B9-AE36-B4E03D40209E}" srcOrd="5" destOrd="0" parTransId="{67F29834-9F69-4350-BF0E-D93154F3535F}" sibTransId="{998F3DD6-8356-4E8A-AE6A-6DC156168D23}"/>
    <dgm:cxn modelId="{7CBA900C-8DB8-416F-B4C3-E90F3D79C813}" srcId="{0B40AD23-2B77-43A5-98AB-DD1E2DF280F8}" destId="{4916050E-38AC-420A-B487-58BCE16715E3}" srcOrd="2" destOrd="0" parTransId="{2966BBFA-C4CD-453F-94B6-5C675578159C}" sibTransId="{4AE93BE8-9F56-4593-B559-B74F4B960D7B}"/>
    <dgm:cxn modelId="{6216F819-6F87-4CA7-8410-847A7069F940}" type="presOf" srcId="{2A9527D6-9429-4EFB-AA87-1252FEE85378}" destId="{AEF0DFED-4AA5-4660-B54F-AA904F6245F0}" srcOrd="0" destOrd="0" presId="urn:microsoft.com/office/officeart/2018/5/layout/IconCircleLabelList"/>
    <dgm:cxn modelId="{DB9A802B-40B2-48AE-9B8A-38239277C8BA}" srcId="{0B40AD23-2B77-43A5-98AB-DD1E2DF280F8}" destId="{0599EEF3-27D5-414E-8948-50A77F0FF667}" srcOrd="3" destOrd="0" parTransId="{0628DA42-BDF9-405D-806E-3E4E82E1F5A1}" sibTransId="{3D76B9B9-CD7C-4706-912F-8FAE0A877088}"/>
    <dgm:cxn modelId="{117C283D-0204-4616-9133-55ADC7AE1B03}" type="presOf" srcId="{33A377F5-EEA1-41A1-A660-774FEF697263}" destId="{5E2DD2EA-EB23-4E9B-954D-112DAB632210}" srcOrd="0" destOrd="0" presId="urn:microsoft.com/office/officeart/2018/5/layout/IconCircleLabelList"/>
    <dgm:cxn modelId="{0EC4B05C-1141-48B4-822A-EC849D41DF92}" srcId="{0B40AD23-2B77-43A5-98AB-DD1E2DF280F8}" destId="{37EE1D07-C681-4359-908A-E224F0C9842F}" srcOrd="1" destOrd="0" parTransId="{9B12C688-CCC9-4029-8366-20628E5FF56E}" sibTransId="{67360C80-6F15-44FD-AEC0-EAE422AC506E}"/>
    <dgm:cxn modelId="{AF0C1264-9196-4648-AC24-BAA1360D76B8}" srcId="{0B40AD23-2B77-43A5-98AB-DD1E2DF280F8}" destId="{800A8002-1F2D-47E7-A641-2B1824E633B9}" srcOrd="6" destOrd="0" parTransId="{3859FEE2-6BB2-4FEC-8461-80C3222CE7CC}" sibTransId="{9D6B70E3-16C3-47BA-8531-BE97B190D0D1}"/>
    <dgm:cxn modelId="{568FB951-4747-4FD5-9EA7-653CC8BD076F}" type="presOf" srcId="{0B40AD23-2B77-43A5-98AB-DD1E2DF280F8}" destId="{29AAF52A-0BC9-4BFA-949A-2E1FFEBD4FC9}" srcOrd="0" destOrd="0" presId="urn:microsoft.com/office/officeart/2018/5/layout/IconCircleLabelList"/>
    <dgm:cxn modelId="{DE95538A-2207-4FC3-A7D3-79663420C851}" type="presOf" srcId="{8748937F-285E-43B9-AE36-B4E03D40209E}" destId="{25947E9A-6D14-43B1-A13B-D7D86717748F}" srcOrd="0" destOrd="0" presId="urn:microsoft.com/office/officeart/2018/5/layout/IconCircleLabelList"/>
    <dgm:cxn modelId="{E32AF2C9-777E-49DA-A5C5-5485F823D623}" type="presOf" srcId="{4916050E-38AC-420A-B487-58BCE16715E3}" destId="{34359E1D-1164-450F-9F20-83E7E8EDCCD2}" srcOrd="0" destOrd="0" presId="urn:microsoft.com/office/officeart/2018/5/layout/IconCircleLabelList"/>
    <dgm:cxn modelId="{FAFE41D4-CAB1-426B-A0D4-FB721ED476F1}" type="presOf" srcId="{37EE1D07-C681-4359-908A-E224F0C9842F}" destId="{D5E6F488-21BD-48D8-A8D7-CE2A38D0F8B5}" srcOrd="0" destOrd="0" presId="urn:microsoft.com/office/officeart/2018/5/layout/IconCircleLabelList"/>
    <dgm:cxn modelId="{E423D5D6-3D90-42A7-BDEE-5D2FF8367962}" type="presOf" srcId="{800A8002-1F2D-47E7-A641-2B1824E633B9}" destId="{B9580063-5F05-4B95-8933-0EF1785D3984}" srcOrd="0" destOrd="0" presId="urn:microsoft.com/office/officeart/2018/5/layout/IconCircleLabelList"/>
    <dgm:cxn modelId="{DF768ED9-B7EC-45D5-9ECE-E64E9DEB75B5}" srcId="{0B40AD23-2B77-43A5-98AB-DD1E2DF280F8}" destId="{2A9527D6-9429-4EFB-AA87-1252FEE85378}" srcOrd="4" destOrd="0" parTransId="{71A18E07-4025-4040-ACAE-F0EDFB44E8CB}" sibTransId="{395B6AC7-5477-4B8B-9C80-D102696DE897}"/>
    <dgm:cxn modelId="{EE5689E3-8864-4380-B01A-8B8E003D1455}" type="presOf" srcId="{0599EEF3-27D5-414E-8948-50A77F0FF667}" destId="{086246D5-F5CE-4ADD-90F7-A8B5269D92F3}" srcOrd="0" destOrd="0" presId="urn:microsoft.com/office/officeart/2018/5/layout/IconCircleLabelList"/>
    <dgm:cxn modelId="{FA8CDCEA-770D-4BD6-B55B-038E40DC6637}" srcId="{0B40AD23-2B77-43A5-98AB-DD1E2DF280F8}" destId="{33A377F5-EEA1-41A1-A660-774FEF697263}" srcOrd="0" destOrd="0" parTransId="{F0FC9FA5-8882-4199-BD5D-210B01492DD7}" sibTransId="{A5119B5F-5E68-4FFA-8E05-9AAC415A2BA9}"/>
    <dgm:cxn modelId="{35E15F98-85C6-44DE-8520-AF166081706D}" type="presParOf" srcId="{29AAF52A-0BC9-4BFA-949A-2E1FFEBD4FC9}" destId="{5978C8E2-B38F-4286-8898-6B660320D7EB}" srcOrd="0" destOrd="0" presId="urn:microsoft.com/office/officeart/2018/5/layout/IconCircleLabelList"/>
    <dgm:cxn modelId="{3DF69FB2-2D3C-4C01-8957-C1388C643B01}" type="presParOf" srcId="{5978C8E2-B38F-4286-8898-6B660320D7EB}" destId="{6B1019B8-02B0-4543-9B11-34256F1FB870}" srcOrd="0" destOrd="0" presId="urn:microsoft.com/office/officeart/2018/5/layout/IconCircleLabelList"/>
    <dgm:cxn modelId="{2076580B-1DD9-446A-BC3E-21B86E11C4EE}" type="presParOf" srcId="{5978C8E2-B38F-4286-8898-6B660320D7EB}" destId="{5BF25CFA-DD21-4544-8F8F-DDB5D450B646}" srcOrd="1" destOrd="0" presId="urn:microsoft.com/office/officeart/2018/5/layout/IconCircleLabelList"/>
    <dgm:cxn modelId="{65E8C791-37F3-4545-8EB7-40DC1DACAD3E}" type="presParOf" srcId="{5978C8E2-B38F-4286-8898-6B660320D7EB}" destId="{576285E8-37A8-4B62-9766-26618D08EA98}" srcOrd="2" destOrd="0" presId="urn:microsoft.com/office/officeart/2018/5/layout/IconCircleLabelList"/>
    <dgm:cxn modelId="{6A425E26-B22A-40F1-AEEF-C7B8C17A3985}" type="presParOf" srcId="{5978C8E2-B38F-4286-8898-6B660320D7EB}" destId="{5E2DD2EA-EB23-4E9B-954D-112DAB632210}" srcOrd="3" destOrd="0" presId="urn:microsoft.com/office/officeart/2018/5/layout/IconCircleLabelList"/>
    <dgm:cxn modelId="{2BA66E45-131E-42F6-B785-1B592B9C2EF5}" type="presParOf" srcId="{29AAF52A-0BC9-4BFA-949A-2E1FFEBD4FC9}" destId="{813AFE16-6E92-4402-A9D2-BB22A0A7374F}" srcOrd="1" destOrd="0" presId="urn:microsoft.com/office/officeart/2018/5/layout/IconCircleLabelList"/>
    <dgm:cxn modelId="{36B3D3DE-C65B-441E-88FA-EC2F6FA6A8AF}" type="presParOf" srcId="{29AAF52A-0BC9-4BFA-949A-2E1FFEBD4FC9}" destId="{050C312D-2CCA-43F4-B668-941D2C758959}" srcOrd="2" destOrd="0" presId="urn:microsoft.com/office/officeart/2018/5/layout/IconCircleLabelList"/>
    <dgm:cxn modelId="{A51B0227-2865-4DBC-B93A-7748614ADC7A}" type="presParOf" srcId="{050C312D-2CCA-43F4-B668-941D2C758959}" destId="{237553ED-A75B-4527-BF66-395486B6DC2F}" srcOrd="0" destOrd="0" presId="urn:microsoft.com/office/officeart/2018/5/layout/IconCircleLabelList"/>
    <dgm:cxn modelId="{7DC316D9-5208-4EDA-9B8E-EDB112ED5802}" type="presParOf" srcId="{050C312D-2CCA-43F4-B668-941D2C758959}" destId="{F2B58D03-C15B-4AEC-AFA2-8E2718AF1F9C}" srcOrd="1" destOrd="0" presId="urn:microsoft.com/office/officeart/2018/5/layout/IconCircleLabelList"/>
    <dgm:cxn modelId="{43C60D77-0F99-4FA7-B2DF-D386512F55AA}" type="presParOf" srcId="{050C312D-2CCA-43F4-B668-941D2C758959}" destId="{402138D6-B21C-4997-BDAE-9B9627CE1374}" srcOrd="2" destOrd="0" presId="urn:microsoft.com/office/officeart/2018/5/layout/IconCircleLabelList"/>
    <dgm:cxn modelId="{0D2B9676-DF6B-4952-B411-747FD55979CF}" type="presParOf" srcId="{050C312D-2CCA-43F4-B668-941D2C758959}" destId="{D5E6F488-21BD-48D8-A8D7-CE2A38D0F8B5}" srcOrd="3" destOrd="0" presId="urn:microsoft.com/office/officeart/2018/5/layout/IconCircleLabelList"/>
    <dgm:cxn modelId="{52F612D0-2D30-44E5-8B19-BBF50761F6FF}" type="presParOf" srcId="{29AAF52A-0BC9-4BFA-949A-2E1FFEBD4FC9}" destId="{3BD9252B-33A9-4FE6-AC25-DCE628CF404B}" srcOrd="3" destOrd="0" presId="urn:microsoft.com/office/officeart/2018/5/layout/IconCircleLabelList"/>
    <dgm:cxn modelId="{5B933D94-CD69-4514-B540-6468B2BE27DA}" type="presParOf" srcId="{29AAF52A-0BC9-4BFA-949A-2E1FFEBD4FC9}" destId="{02B4385D-2327-4933-8FF9-08A056F2CCA1}" srcOrd="4" destOrd="0" presId="urn:microsoft.com/office/officeart/2018/5/layout/IconCircleLabelList"/>
    <dgm:cxn modelId="{EC0480A3-84A2-4BD5-A881-6DAA6CF72E51}" type="presParOf" srcId="{02B4385D-2327-4933-8FF9-08A056F2CCA1}" destId="{203202C7-9284-44C8-B147-9E5080CDD22B}" srcOrd="0" destOrd="0" presId="urn:microsoft.com/office/officeart/2018/5/layout/IconCircleLabelList"/>
    <dgm:cxn modelId="{8579B20F-9C8D-4A6F-A364-C1C61709D5A8}" type="presParOf" srcId="{02B4385D-2327-4933-8FF9-08A056F2CCA1}" destId="{71E3657C-CF1D-44D4-A4D8-95CD9DD57BF3}" srcOrd="1" destOrd="0" presId="urn:microsoft.com/office/officeart/2018/5/layout/IconCircleLabelList"/>
    <dgm:cxn modelId="{64BF0FAF-7B4A-4499-8B2C-1D193700BD71}" type="presParOf" srcId="{02B4385D-2327-4933-8FF9-08A056F2CCA1}" destId="{A3DAA8CE-AD47-494C-8EB0-546FBFF466C8}" srcOrd="2" destOrd="0" presId="urn:microsoft.com/office/officeart/2018/5/layout/IconCircleLabelList"/>
    <dgm:cxn modelId="{6A0D3809-3033-4E85-9F24-F769E3DCD058}" type="presParOf" srcId="{02B4385D-2327-4933-8FF9-08A056F2CCA1}" destId="{34359E1D-1164-450F-9F20-83E7E8EDCCD2}" srcOrd="3" destOrd="0" presId="urn:microsoft.com/office/officeart/2018/5/layout/IconCircleLabelList"/>
    <dgm:cxn modelId="{55F9BA63-8832-464A-9871-D04B01A13E40}" type="presParOf" srcId="{29AAF52A-0BC9-4BFA-949A-2E1FFEBD4FC9}" destId="{8C2047C4-DBB7-4B86-B68F-12EB6E0CC4C3}" srcOrd="5" destOrd="0" presId="urn:microsoft.com/office/officeart/2018/5/layout/IconCircleLabelList"/>
    <dgm:cxn modelId="{A7886076-4ABA-46F2-8B93-D4AB0590EBAB}" type="presParOf" srcId="{29AAF52A-0BC9-4BFA-949A-2E1FFEBD4FC9}" destId="{3E2732F6-5C43-4ED8-858A-FFFDDE5FE180}" srcOrd="6" destOrd="0" presId="urn:microsoft.com/office/officeart/2018/5/layout/IconCircleLabelList"/>
    <dgm:cxn modelId="{A3FF53C8-AED9-408C-A0CA-FB5144459215}" type="presParOf" srcId="{3E2732F6-5C43-4ED8-858A-FFFDDE5FE180}" destId="{A00C09A8-1C5B-4B1B-8C87-A671272D7D83}" srcOrd="0" destOrd="0" presId="urn:microsoft.com/office/officeart/2018/5/layout/IconCircleLabelList"/>
    <dgm:cxn modelId="{F1737E44-C7D8-4EA9-8EA9-640B94888E59}" type="presParOf" srcId="{3E2732F6-5C43-4ED8-858A-FFFDDE5FE180}" destId="{6C052267-D059-406A-951B-8BB8FA777369}" srcOrd="1" destOrd="0" presId="urn:microsoft.com/office/officeart/2018/5/layout/IconCircleLabelList"/>
    <dgm:cxn modelId="{3A30A104-1283-4D77-A410-212742A67912}" type="presParOf" srcId="{3E2732F6-5C43-4ED8-858A-FFFDDE5FE180}" destId="{1789C454-42DF-410D-8127-F265B8250ABE}" srcOrd="2" destOrd="0" presId="urn:microsoft.com/office/officeart/2018/5/layout/IconCircleLabelList"/>
    <dgm:cxn modelId="{9F51845A-28DD-489B-8AF0-B6ED05472546}" type="presParOf" srcId="{3E2732F6-5C43-4ED8-858A-FFFDDE5FE180}" destId="{086246D5-F5CE-4ADD-90F7-A8B5269D92F3}" srcOrd="3" destOrd="0" presId="urn:microsoft.com/office/officeart/2018/5/layout/IconCircleLabelList"/>
    <dgm:cxn modelId="{952C5CEC-35B5-453C-9EEE-C8E1609C2FE8}" type="presParOf" srcId="{29AAF52A-0BC9-4BFA-949A-2E1FFEBD4FC9}" destId="{5E97B063-0FD4-4DB1-8A89-D4E922A1CCCC}" srcOrd="7" destOrd="0" presId="urn:microsoft.com/office/officeart/2018/5/layout/IconCircleLabelList"/>
    <dgm:cxn modelId="{B2AD0831-4406-4ACE-9396-120D4D485BBF}" type="presParOf" srcId="{29AAF52A-0BC9-4BFA-949A-2E1FFEBD4FC9}" destId="{5D6381AC-FA07-4FB9-BE29-F76127489603}" srcOrd="8" destOrd="0" presId="urn:microsoft.com/office/officeart/2018/5/layout/IconCircleLabelList"/>
    <dgm:cxn modelId="{A2A29067-4F27-43AC-B5F5-39114447C419}" type="presParOf" srcId="{5D6381AC-FA07-4FB9-BE29-F76127489603}" destId="{C76AD733-5FA5-44CD-87C9-C5E6555F69B7}" srcOrd="0" destOrd="0" presId="urn:microsoft.com/office/officeart/2018/5/layout/IconCircleLabelList"/>
    <dgm:cxn modelId="{8F6EB958-5D7E-41C6-9D18-72368CBFA8B0}" type="presParOf" srcId="{5D6381AC-FA07-4FB9-BE29-F76127489603}" destId="{A7DEEB7B-2AC8-452F-9AFC-735B24FA5F9F}" srcOrd="1" destOrd="0" presId="urn:microsoft.com/office/officeart/2018/5/layout/IconCircleLabelList"/>
    <dgm:cxn modelId="{612EEF28-79B4-48EC-A323-52CC807C679E}" type="presParOf" srcId="{5D6381AC-FA07-4FB9-BE29-F76127489603}" destId="{EEB316E9-4691-40F9-AB53-6B3827C60FBE}" srcOrd="2" destOrd="0" presId="urn:microsoft.com/office/officeart/2018/5/layout/IconCircleLabelList"/>
    <dgm:cxn modelId="{B36531CE-0951-47C0-90CB-46E13EC586F6}" type="presParOf" srcId="{5D6381AC-FA07-4FB9-BE29-F76127489603}" destId="{AEF0DFED-4AA5-4660-B54F-AA904F6245F0}" srcOrd="3" destOrd="0" presId="urn:microsoft.com/office/officeart/2018/5/layout/IconCircleLabelList"/>
    <dgm:cxn modelId="{9C2571D7-C37B-4BBE-8934-625AEE2F7C65}" type="presParOf" srcId="{29AAF52A-0BC9-4BFA-949A-2E1FFEBD4FC9}" destId="{A357E024-81B7-4719-BBF3-22B90ED17467}" srcOrd="9" destOrd="0" presId="urn:microsoft.com/office/officeart/2018/5/layout/IconCircleLabelList"/>
    <dgm:cxn modelId="{9972B496-5247-4C24-B3D4-04F37C260017}" type="presParOf" srcId="{29AAF52A-0BC9-4BFA-949A-2E1FFEBD4FC9}" destId="{46CDC341-1B2E-4C86-B488-53E23203279C}" srcOrd="10" destOrd="0" presId="urn:microsoft.com/office/officeart/2018/5/layout/IconCircleLabelList"/>
    <dgm:cxn modelId="{BC8B8FD8-476A-439C-8078-195700EE1EEC}" type="presParOf" srcId="{46CDC341-1B2E-4C86-B488-53E23203279C}" destId="{91C50CCC-C92E-421C-A9F4-385FDEBB1307}" srcOrd="0" destOrd="0" presId="urn:microsoft.com/office/officeart/2018/5/layout/IconCircleLabelList"/>
    <dgm:cxn modelId="{BF1919A0-2965-4D0E-ADC0-D548BBE96488}" type="presParOf" srcId="{46CDC341-1B2E-4C86-B488-53E23203279C}" destId="{5843C9AC-B458-4E29-B97E-5A3457A739BA}" srcOrd="1" destOrd="0" presId="urn:microsoft.com/office/officeart/2018/5/layout/IconCircleLabelList"/>
    <dgm:cxn modelId="{2A4A675D-E073-4B50-92F5-C749CAFE2D92}" type="presParOf" srcId="{46CDC341-1B2E-4C86-B488-53E23203279C}" destId="{70A5EB84-11AC-47C4-AD9A-73B441C13EED}" srcOrd="2" destOrd="0" presId="urn:microsoft.com/office/officeart/2018/5/layout/IconCircleLabelList"/>
    <dgm:cxn modelId="{A81797F0-6BE4-4460-951C-4A0A3BE70E71}" type="presParOf" srcId="{46CDC341-1B2E-4C86-B488-53E23203279C}" destId="{25947E9A-6D14-43B1-A13B-D7D86717748F}" srcOrd="3" destOrd="0" presId="urn:microsoft.com/office/officeart/2018/5/layout/IconCircleLabelList"/>
    <dgm:cxn modelId="{25B2830B-1DA0-40B8-92D7-9DD7D9B9E427}" type="presParOf" srcId="{29AAF52A-0BC9-4BFA-949A-2E1FFEBD4FC9}" destId="{B1C41848-9DDF-40AB-B1A9-DEDAE3FB32B1}" srcOrd="11" destOrd="0" presId="urn:microsoft.com/office/officeart/2018/5/layout/IconCircleLabelList"/>
    <dgm:cxn modelId="{3C6CF37D-B7A9-46D1-9C94-AE41A5A55B25}" type="presParOf" srcId="{29AAF52A-0BC9-4BFA-949A-2E1FFEBD4FC9}" destId="{37B60C0A-4930-4D9B-BBA9-054E71C9E572}" srcOrd="12" destOrd="0" presId="urn:microsoft.com/office/officeart/2018/5/layout/IconCircleLabelList"/>
    <dgm:cxn modelId="{EA6A804A-5939-4E6E-B33E-FAF4A9B88D51}" type="presParOf" srcId="{37B60C0A-4930-4D9B-BBA9-054E71C9E572}" destId="{6BE9CD49-F785-4D51-9F99-776A398AE399}" srcOrd="0" destOrd="0" presId="urn:microsoft.com/office/officeart/2018/5/layout/IconCircleLabelList"/>
    <dgm:cxn modelId="{D1676CF5-2A35-4003-9E4B-E34EE8B46305}" type="presParOf" srcId="{37B60C0A-4930-4D9B-BBA9-054E71C9E572}" destId="{56AADB88-0C8C-458E-B590-77AF32C29E63}" srcOrd="1" destOrd="0" presId="urn:microsoft.com/office/officeart/2018/5/layout/IconCircleLabelList"/>
    <dgm:cxn modelId="{3786FF99-99FA-4890-A70C-ACADF3392406}" type="presParOf" srcId="{37B60C0A-4930-4D9B-BBA9-054E71C9E572}" destId="{EFC32364-BCB0-47D9-9392-7BA477B2DE96}" srcOrd="2" destOrd="0" presId="urn:microsoft.com/office/officeart/2018/5/layout/IconCircleLabelList"/>
    <dgm:cxn modelId="{8338CC07-DBDF-4660-B803-0655E8EF084E}" type="presParOf" srcId="{37B60C0A-4930-4D9B-BBA9-054E71C9E572}" destId="{B9580063-5F05-4B95-8933-0EF1785D398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3B16E5-CF00-4D97-8459-23340C4A101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09FC4E0-928F-428F-A484-66FD99AF7C20}">
      <dgm:prSet/>
      <dgm:spPr/>
      <dgm:t>
        <a:bodyPr/>
        <a:lstStyle/>
        <a:p>
          <a:r>
            <a:rPr lang="en-US" b="0" i="0" baseline="0"/>
            <a:t>Try/catch handling for all socket operations</a:t>
          </a:r>
          <a:endParaRPr lang="en-US"/>
        </a:p>
      </dgm:t>
    </dgm:pt>
    <dgm:pt modelId="{BB740846-4BDB-420B-A46D-27ABD930C535}" type="parTrans" cxnId="{694D318A-9601-4D8A-9FDE-EA763AD0E8F8}">
      <dgm:prSet/>
      <dgm:spPr/>
      <dgm:t>
        <a:bodyPr/>
        <a:lstStyle/>
        <a:p>
          <a:endParaRPr lang="en-US"/>
        </a:p>
      </dgm:t>
    </dgm:pt>
    <dgm:pt modelId="{2953870F-E3AE-459E-86CB-4BB62A4505E3}" type="sibTrans" cxnId="{694D318A-9601-4D8A-9FDE-EA763AD0E8F8}">
      <dgm:prSet/>
      <dgm:spPr/>
      <dgm:t>
        <a:bodyPr/>
        <a:lstStyle/>
        <a:p>
          <a:endParaRPr lang="en-US"/>
        </a:p>
      </dgm:t>
    </dgm:pt>
    <dgm:pt modelId="{8396F173-A10C-4AB8-8207-8D448D5880C6}">
      <dgm:prSet/>
      <dgm:spPr/>
      <dgm:t>
        <a:bodyPr/>
        <a:lstStyle/>
        <a:p>
          <a:r>
            <a:rPr lang="en-US" b="0" i="0" baseline="0"/>
            <a:t>Heartbeat &amp; disconnect detection</a:t>
          </a:r>
          <a:endParaRPr lang="en-US"/>
        </a:p>
      </dgm:t>
    </dgm:pt>
    <dgm:pt modelId="{FDC91EA5-F400-4797-ABBC-2160440E5F02}" type="parTrans" cxnId="{F5F311AF-4A93-43D4-93C0-B609F5958205}">
      <dgm:prSet/>
      <dgm:spPr/>
      <dgm:t>
        <a:bodyPr/>
        <a:lstStyle/>
        <a:p>
          <a:endParaRPr lang="en-US"/>
        </a:p>
      </dgm:t>
    </dgm:pt>
    <dgm:pt modelId="{C3DABF06-853E-4A5F-A77D-A9C83CAC40E1}" type="sibTrans" cxnId="{F5F311AF-4A93-43D4-93C0-B609F5958205}">
      <dgm:prSet/>
      <dgm:spPr/>
      <dgm:t>
        <a:bodyPr/>
        <a:lstStyle/>
        <a:p>
          <a:endParaRPr lang="en-US"/>
        </a:p>
      </dgm:t>
    </dgm:pt>
    <dgm:pt modelId="{FCEEF8E9-DF4E-4844-9E9D-0391A5CE5641}">
      <dgm:prSet/>
      <dgm:spPr/>
      <dgm:t>
        <a:bodyPr/>
        <a:lstStyle/>
        <a:p>
          <a:r>
            <a:rPr lang="en-US" b="0" i="0" baseline="0"/>
            <a:t>Auto-cleanup on crashes or unexpected exits</a:t>
          </a:r>
          <a:endParaRPr lang="en-US"/>
        </a:p>
      </dgm:t>
    </dgm:pt>
    <dgm:pt modelId="{1B01431A-01EF-45E8-8C12-AA83C378F1CC}" type="parTrans" cxnId="{2FE7D6E2-5E30-4373-AEB6-9888FAFCA6A6}">
      <dgm:prSet/>
      <dgm:spPr/>
      <dgm:t>
        <a:bodyPr/>
        <a:lstStyle/>
        <a:p>
          <a:endParaRPr lang="en-US"/>
        </a:p>
      </dgm:t>
    </dgm:pt>
    <dgm:pt modelId="{216E1605-95B5-4404-89B3-88FE0DF3200A}" type="sibTrans" cxnId="{2FE7D6E2-5E30-4373-AEB6-9888FAFCA6A6}">
      <dgm:prSet/>
      <dgm:spPr/>
      <dgm:t>
        <a:bodyPr/>
        <a:lstStyle/>
        <a:p>
          <a:endParaRPr lang="en-US"/>
        </a:p>
      </dgm:t>
    </dgm:pt>
    <dgm:pt modelId="{D7789C53-42B0-404B-A1D1-52D7B80334AE}">
      <dgm:prSet/>
      <dgm:spPr/>
      <dgm:t>
        <a:bodyPr/>
        <a:lstStyle/>
        <a:p>
          <a:r>
            <a:rPr lang="en-US" b="0" i="0" baseline="0"/>
            <a:t>Input validation for all commands</a:t>
          </a:r>
          <a:endParaRPr lang="en-US"/>
        </a:p>
      </dgm:t>
    </dgm:pt>
    <dgm:pt modelId="{F03AE483-D622-4747-916D-7B0A6A5E9FA0}" type="parTrans" cxnId="{0746B130-BD54-4BEE-B27B-F51C5689E15C}">
      <dgm:prSet/>
      <dgm:spPr/>
      <dgm:t>
        <a:bodyPr/>
        <a:lstStyle/>
        <a:p>
          <a:endParaRPr lang="en-US"/>
        </a:p>
      </dgm:t>
    </dgm:pt>
    <dgm:pt modelId="{A83FF64C-D6FF-42B3-9AD9-3FFCCE39C063}" type="sibTrans" cxnId="{0746B130-BD54-4BEE-B27B-F51C5689E15C}">
      <dgm:prSet/>
      <dgm:spPr/>
      <dgm:t>
        <a:bodyPr/>
        <a:lstStyle/>
        <a:p>
          <a:endParaRPr lang="en-US"/>
        </a:p>
      </dgm:t>
    </dgm:pt>
    <dgm:pt modelId="{ACF60CDE-E8C1-4098-9915-D0AE2FE69909}">
      <dgm:prSet/>
      <dgm:spPr/>
      <dgm:t>
        <a:bodyPr/>
        <a:lstStyle/>
        <a:p>
          <a:r>
            <a:rPr lang="en-US" b="0" i="0" baseline="0"/>
            <a:t>Graceful server shutdown procedure</a:t>
          </a:r>
          <a:endParaRPr lang="en-US"/>
        </a:p>
      </dgm:t>
    </dgm:pt>
    <dgm:pt modelId="{DC42F579-6191-432D-828E-81FD5A9188BF}" type="parTrans" cxnId="{735ADB65-6231-4EB0-9EF8-6AD927F567D6}">
      <dgm:prSet/>
      <dgm:spPr/>
      <dgm:t>
        <a:bodyPr/>
        <a:lstStyle/>
        <a:p>
          <a:endParaRPr lang="en-US"/>
        </a:p>
      </dgm:t>
    </dgm:pt>
    <dgm:pt modelId="{236B4034-6110-4A75-B846-08170F69DC3F}" type="sibTrans" cxnId="{735ADB65-6231-4EB0-9EF8-6AD927F567D6}">
      <dgm:prSet/>
      <dgm:spPr/>
      <dgm:t>
        <a:bodyPr/>
        <a:lstStyle/>
        <a:p>
          <a:endParaRPr lang="en-US"/>
        </a:p>
      </dgm:t>
    </dgm:pt>
    <dgm:pt modelId="{49D701D1-E89B-4533-9A80-6C86B7D3AEE4}">
      <dgm:prSet/>
      <dgm:spPr/>
      <dgm:t>
        <a:bodyPr/>
        <a:lstStyle/>
        <a:p>
          <a:r>
            <a:rPr lang="en-US" b="0" i="0" baseline="0"/>
            <a:t>Logs track all errors for debugging</a:t>
          </a:r>
          <a:endParaRPr lang="en-US"/>
        </a:p>
      </dgm:t>
    </dgm:pt>
    <dgm:pt modelId="{92E65F72-337E-441C-9A22-84FAEAE9F3F8}" type="parTrans" cxnId="{22BCAF87-3CBE-4CA6-8837-E7232261855E}">
      <dgm:prSet/>
      <dgm:spPr/>
      <dgm:t>
        <a:bodyPr/>
        <a:lstStyle/>
        <a:p>
          <a:endParaRPr lang="en-US"/>
        </a:p>
      </dgm:t>
    </dgm:pt>
    <dgm:pt modelId="{5F52BC04-25FA-4127-AB03-F43DF6F47B40}" type="sibTrans" cxnId="{22BCAF87-3CBE-4CA6-8837-E7232261855E}">
      <dgm:prSet/>
      <dgm:spPr/>
      <dgm:t>
        <a:bodyPr/>
        <a:lstStyle/>
        <a:p>
          <a:endParaRPr lang="en-US"/>
        </a:p>
      </dgm:t>
    </dgm:pt>
    <dgm:pt modelId="{CE0F8692-B45E-4446-BB16-B12EAC1B8624}" type="pres">
      <dgm:prSet presAssocID="{433B16E5-CF00-4D97-8459-23340C4A1016}" presName="vert0" presStyleCnt="0">
        <dgm:presLayoutVars>
          <dgm:dir/>
          <dgm:animOne val="branch"/>
          <dgm:animLvl val="lvl"/>
        </dgm:presLayoutVars>
      </dgm:prSet>
      <dgm:spPr/>
    </dgm:pt>
    <dgm:pt modelId="{F28AD385-3F8D-B94F-BF8E-29E2D428B9E7}" type="pres">
      <dgm:prSet presAssocID="{A09FC4E0-928F-428F-A484-66FD99AF7C20}" presName="thickLine" presStyleLbl="alignNode1" presStyleIdx="0" presStyleCnt="6"/>
      <dgm:spPr/>
    </dgm:pt>
    <dgm:pt modelId="{3CD50602-20AC-9E47-B65F-B316125DF64E}" type="pres">
      <dgm:prSet presAssocID="{A09FC4E0-928F-428F-A484-66FD99AF7C20}" presName="horz1" presStyleCnt="0"/>
      <dgm:spPr/>
    </dgm:pt>
    <dgm:pt modelId="{1C3F4599-217E-5D48-A913-796293ED50E4}" type="pres">
      <dgm:prSet presAssocID="{A09FC4E0-928F-428F-A484-66FD99AF7C20}" presName="tx1" presStyleLbl="revTx" presStyleIdx="0" presStyleCnt="6"/>
      <dgm:spPr/>
    </dgm:pt>
    <dgm:pt modelId="{BA29E5D1-4D69-A145-945E-8A1B40BF62FF}" type="pres">
      <dgm:prSet presAssocID="{A09FC4E0-928F-428F-A484-66FD99AF7C20}" presName="vert1" presStyleCnt="0"/>
      <dgm:spPr/>
    </dgm:pt>
    <dgm:pt modelId="{E56DDB60-3B9C-334A-88F7-8E6B07F2557E}" type="pres">
      <dgm:prSet presAssocID="{8396F173-A10C-4AB8-8207-8D448D5880C6}" presName="thickLine" presStyleLbl="alignNode1" presStyleIdx="1" presStyleCnt="6"/>
      <dgm:spPr/>
    </dgm:pt>
    <dgm:pt modelId="{A598CC1D-58EF-A641-B386-27CBED32465E}" type="pres">
      <dgm:prSet presAssocID="{8396F173-A10C-4AB8-8207-8D448D5880C6}" presName="horz1" presStyleCnt="0"/>
      <dgm:spPr/>
    </dgm:pt>
    <dgm:pt modelId="{E4275A07-AE9F-9C4B-AD0C-B6C0D865EBB0}" type="pres">
      <dgm:prSet presAssocID="{8396F173-A10C-4AB8-8207-8D448D5880C6}" presName="tx1" presStyleLbl="revTx" presStyleIdx="1" presStyleCnt="6"/>
      <dgm:spPr/>
    </dgm:pt>
    <dgm:pt modelId="{7DCB8392-C6E8-3743-A88E-4A384475DE24}" type="pres">
      <dgm:prSet presAssocID="{8396F173-A10C-4AB8-8207-8D448D5880C6}" presName="vert1" presStyleCnt="0"/>
      <dgm:spPr/>
    </dgm:pt>
    <dgm:pt modelId="{9DE46EFE-7E53-D743-B14A-30107CE3C172}" type="pres">
      <dgm:prSet presAssocID="{FCEEF8E9-DF4E-4844-9E9D-0391A5CE5641}" presName="thickLine" presStyleLbl="alignNode1" presStyleIdx="2" presStyleCnt="6"/>
      <dgm:spPr/>
    </dgm:pt>
    <dgm:pt modelId="{394801FF-B708-0249-AB1E-246CF6E8E359}" type="pres">
      <dgm:prSet presAssocID="{FCEEF8E9-DF4E-4844-9E9D-0391A5CE5641}" presName="horz1" presStyleCnt="0"/>
      <dgm:spPr/>
    </dgm:pt>
    <dgm:pt modelId="{9CB2C3F3-E482-8F46-ACAF-DAA6DD3F9B2D}" type="pres">
      <dgm:prSet presAssocID="{FCEEF8E9-DF4E-4844-9E9D-0391A5CE5641}" presName="tx1" presStyleLbl="revTx" presStyleIdx="2" presStyleCnt="6"/>
      <dgm:spPr/>
    </dgm:pt>
    <dgm:pt modelId="{39610044-6A52-E544-B9D3-48687F1D82F7}" type="pres">
      <dgm:prSet presAssocID="{FCEEF8E9-DF4E-4844-9E9D-0391A5CE5641}" presName="vert1" presStyleCnt="0"/>
      <dgm:spPr/>
    </dgm:pt>
    <dgm:pt modelId="{115F927A-19F3-424C-9775-5E0ACF3C0831}" type="pres">
      <dgm:prSet presAssocID="{D7789C53-42B0-404B-A1D1-52D7B80334AE}" presName="thickLine" presStyleLbl="alignNode1" presStyleIdx="3" presStyleCnt="6"/>
      <dgm:spPr/>
    </dgm:pt>
    <dgm:pt modelId="{4CD05E3F-95DE-934D-9EC2-A6E30303915A}" type="pres">
      <dgm:prSet presAssocID="{D7789C53-42B0-404B-A1D1-52D7B80334AE}" presName="horz1" presStyleCnt="0"/>
      <dgm:spPr/>
    </dgm:pt>
    <dgm:pt modelId="{A660100E-FEB5-0141-9423-8733C6444156}" type="pres">
      <dgm:prSet presAssocID="{D7789C53-42B0-404B-A1D1-52D7B80334AE}" presName="tx1" presStyleLbl="revTx" presStyleIdx="3" presStyleCnt="6"/>
      <dgm:spPr/>
    </dgm:pt>
    <dgm:pt modelId="{8494ED5F-E39A-6A4C-98F8-FC6C953C531A}" type="pres">
      <dgm:prSet presAssocID="{D7789C53-42B0-404B-A1D1-52D7B80334AE}" presName="vert1" presStyleCnt="0"/>
      <dgm:spPr/>
    </dgm:pt>
    <dgm:pt modelId="{1FD34E53-8478-2748-801A-FC055AF5213E}" type="pres">
      <dgm:prSet presAssocID="{ACF60CDE-E8C1-4098-9915-D0AE2FE69909}" presName="thickLine" presStyleLbl="alignNode1" presStyleIdx="4" presStyleCnt="6"/>
      <dgm:spPr/>
    </dgm:pt>
    <dgm:pt modelId="{7BF18DE8-2801-9F41-89DB-588067B5EE55}" type="pres">
      <dgm:prSet presAssocID="{ACF60CDE-E8C1-4098-9915-D0AE2FE69909}" presName="horz1" presStyleCnt="0"/>
      <dgm:spPr/>
    </dgm:pt>
    <dgm:pt modelId="{B80B4CB9-5D71-D74E-9BD9-03835215714F}" type="pres">
      <dgm:prSet presAssocID="{ACF60CDE-E8C1-4098-9915-D0AE2FE69909}" presName="tx1" presStyleLbl="revTx" presStyleIdx="4" presStyleCnt="6"/>
      <dgm:spPr/>
    </dgm:pt>
    <dgm:pt modelId="{C2A1CFDB-DBF6-824E-A6BF-0BE46880D4E2}" type="pres">
      <dgm:prSet presAssocID="{ACF60CDE-E8C1-4098-9915-D0AE2FE69909}" presName="vert1" presStyleCnt="0"/>
      <dgm:spPr/>
    </dgm:pt>
    <dgm:pt modelId="{59EE3D2A-EB4C-064E-A690-06527B1E2938}" type="pres">
      <dgm:prSet presAssocID="{49D701D1-E89B-4533-9A80-6C86B7D3AEE4}" presName="thickLine" presStyleLbl="alignNode1" presStyleIdx="5" presStyleCnt="6"/>
      <dgm:spPr/>
    </dgm:pt>
    <dgm:pt modelId="{C64C712E-2EF4-0246-B8E0-557329E84464}" type="pres">
      <dgm:prSet presAssocID="{49D701D1-E89B-4533-9A80-6C86B7D3AEE4}" presName="horz1" presStyleCnt="0"/>
      <dgm:spPr/>
    </dgm:pt>
    <dgm:pt modelId="{BD801649-B147-1A4B-8E0B-52D0CE2266A4}" type="pres">
      <dgm:prSet presAssocID="{49D701D1-E89B-4533-9A80-6C86B7D3AEE4}" presName="tx1" presStyleLbl="revTx" presStyleIdx="5" presStyleCnt="6"/>
      <dgm:spPr/>
    </dgm:pt>
    <dgm:pt modelId="{E618903F-EA2D-CE43-98A2-D7F3CC530FB2}" type="pres">
      <dgm:prSet presAssocID="{49D701D1-E89B-4533-9A80-6C86B7D3AEE4}" presName="vert1" presStyleCnt="0"/>
      <dgm:spPr/>
    </dgm:pt>
  </dgm:ptLst>
  <dgm:cxnLst>
    <dgm:cxn modelId="{885F260B-F2CC-E04D-BB03-9D44B441CE61}" type="presOf" srcId="{49D701D1-E89B-4533-9A80-6C86B7D3AEE4}" destId="{BD801649-B147-1A4B-8E0B-52D0CE2266A4}" srcOrd="0" destOrd="0" presId="urn:microsoft.com/office/officeart/2008/layout/LinedList"/>
    <dgm:cxn modelId="{2512740E-0198-D54E-994D-72BFB4D6217A}" type="presOf" srcId="{D7789C53-42B0-404B-A1D1-52D7B80334AE}" destId="{A660100E-FEB5-0141-9423-8733C6444156}" srcOrd="0" destOrd="0" presId="urn:microsoft.com/office/officeart/2008/layout/LinedList"/>
    <dgm:cxn modelId="{0746B130-BD54-4BEE-B27B-F51C5689E15C}" srcId="{433B16E5-CF00-4D97-8459-23340C4A1016}" destId="{D7789C53-42B0-404B-A1D1-52D7B80334AE}" srcOrd="3" destOrd="0" parTransId="{F03AE483-D622-4747-916D-7B0A6A5E9FA0}" sibTransId="{A83FF64C-D6FF-42B3-9AD9-3FFCCE39C063}"/>
    <dgm:cxn modelId="{735ADB65-6231-4EB0-9EF8-6AD927F567D6}" srcId="{433B16E5-CF00-4D97-8459-23340C4A1016}" destId="{ACF60CDE-E8C1-4098-9915-D0AE2FE69909}" srcOrd="4" destOrd="0" parTransId="{DC42F579-6191-432D-828E-81FD5A9188BF}" sibTransId="{236B4034-6110-4A75-B846-08170F69DC3F}"/>
    <dgm:cxn modelId="{FF92114E-66F9-C748-AAE5-6CF9463A3E30}" type="presOf" srcId="{433B16E5-CF00-4D97-8459-23340C4A1016}" destId="{CE0F8692-B45E-4446-BB16-B12EAC1B8624}" srcOrd="0" destOrd="0" presId="urn:microsoft.com/office/officeart/2008/layout/LinedList"/>
    <dgm:cxn modelId="{89CBB45A-12DA-9B4A-A05E-9D89231E1ADE}" type="presOf" srcId="{A09FC4E0-928F-428F-A484-66FD99AF7C20}" destId="{1C3F4599-217E-5D48-A913-796293ED50E4}" srcOrd="0" destOrd="0" presId="urn:microsoft.com/office/officeart/2008/layout/LinedList"/>
    <dgm:cxn modelId="{22BCAF87-3CBE-4CA6-8837-E7232261855E}" srcId="{433B16E5-CF00-4D97-8459-23340C4A1016}" destId="{49D701D1-E89B-4533-9A80-6C86B7D3AEE4}" srcOrd="5" destOrd="0" parTransId="{92E65F72-337E-441C-9A22-84FAEAE9F3F8}" sibTransId="{5F52BC04-25FA-4127-AB03-F43DF6F47B40}"/>
    <dgm:cxn modelId="{694D318A-9601-4D8A-9FDE-EA763AD0E8F8}" srcId="{433B16E5-CF00-4D97-8459-23340C4A1016}" destId="{A09FC4E0-928F-428F-A484-66FD99AF7C20}" srcOrd="0" destOrd="0" parTransId="{BB740846-4BDB-420B-A46D-27ABD930C535}" sibTransId="{2953870F-E3AE-459E-86CB-4BB62A4505E3}"/>
    <dgm:cxn modelId="{F5F311AF-4A93-43D4-93C0-B609F5958205}" srcId="{433B16E5-CF00-4D97-8459-23340C4A1016}" destId="{8396F173-A10C-4AB8-8207-8D448D5880C6}" srcOrd="1" destOrd="0" parTransId="{FDC91EA5-F400-4797-ABBC-2160440E5F02}" sibTransId="{C3DABF06-853E-4A5F-A77D-A9C83CAC40E1}"/>
    <dgm:cxn modelId="{3F2E0DB9-6F3F-CB45-8956-FC287277776D}" type="presOf" srcId="{FCEEF8E9-DF4E-4844-9E9D-0391A5CE5641}" destId="{9CB2C3F3-E482-8F46-ACAF-DAA6DD3F9B2D}" srcOrd="0" destOrd="0" presId="urn:microsoft.com/office/officeart/2008/layout/LinedList"/>
    <dgm:cxn modelId="{2FE7D6E2-5E30-4373-AEB6-9888FAFCA6A6}" srcId="{433B16E5-CF00-4D97-8459-23340C4A1016}" destId="{FCEEF8E9-DF4E-4844-9E9D-0391A5CE5641}" srcOrd="2" destOrd="0" parTransId="{1B01431A-01EF-45E8-8C12-AA83C378F1CC}" sibTransId="{216E1605-95B5-4404-89B3-88FE0DF3200A}"/>
    <dgm:cxn modelId="{E839F3E5-1D86-2643-9931-4B0D11DB26D1}" type="presOf" srcId="{8396F173-A10C-4AB8-8207-8D448D5880C6}" destId="{E4275A07-AE9F-9C4B-AD0C-B6C0D865EBB0}" srcOrd="0" destOrd="0" presId="urn:microsoft.com/office/officeart/2008/layout/LinedList"/>
    <dgm:cxn modelId="{8A5516F2-AC7A-C347-82B1-CA5EFE61732D}" type="presOf" srcId="{ACF60CDE-E8C1-4098-9915-D0AE2FE69909}" destId="{B80B4CB9-5D71-D74E-9BD9-03835215714F}" srcOrd="0" destOrd="0" presId="urn:microsoft.com/office/officeart/2008/layout/LinedList"/>
    <dgm:cxn modelId="{D26C54D5-1E95-114D-BF9B-BF894AA82034}" type="presParOf" srcId="{CE0F8692-B45E-4446-BB16-B12EAC1B8624}" destId="{F28AD385-3F8D-B94F-BF8E-29E2D428B9E7}" srcOrd="0" destOrd="0" presId="urn:microsoft.com/office/officeart/2008/layout/LinedList"/>
    <dgm:cxn modelId="{2FE01DFD-7A89-E049-8FD7-7C63E03D51D1}" type="presParOf" srcId="{CE0F8692-B45E-4446-BB16-B12EAC1B8624}" destId="{3CD50602-20AC-9E47-B65F-B316125DF64E}" srcOrd="1" destOrd="0" presId="urn:microsoft.com/office/officeart/2008/layout/LinedList"/>
    <dgm:cxn modelId="{F9A4D8B5-FF49-DF43-BECD-01C1A1F2C017}" type="presParOf" srcId="{3CD50602-20AC-9E47-B65F-B316125DF64E}" destId="{1C3F4599-217E-5D48-A913-796293ED50E4}" srcOrd="0" destOrd="0" presId="urn:microsoft.com/office/officeart/2008/layout/LinedList"/>
    <dgm:cxn modelId="{D860376C-B2A8-254E-81A9-CB6C42AD87B6}" type="presParOf" srcId="{3CD50602-20AC-9E47-B65F-B316125DF64E}" destId="{BA29E5D1-4D69-A145-945E-8A1B40BF62FF}" srcOrd="1" destOrd="0" presId="urn:microsoft.com/office/officeart/2008/layout/LinedList"/>
    <dgm:cxn modelId="{39066699-6249-1F46-AA56-CEDFACC5A6F5}" type="presParOf" srcId="{CE0F8692-B45E-4446-BB16-B12EAC1B8624}" destId="{E56DDB60-3B9C-334A-88F7-8E6B07F2557E}" srcOrd="2" destOrd="0" presId="urn:microsoft.com/office/officeart/2008/layout/LinedList"/>
    <dgm:cxn modelId="{927BF1B0-6172-EC4C-9746-0DFF10FCF62D}" type="presParOf" srcId="{CE0F8692-B45E-4446-BB16-B12EAC1B8624}" destId="{A598CC1D-58EF-A641-B386-27CBED32465E}" srcOrd="3" destOrd="0" presId="urn:microsoft.com/office/officeart/2008/layout/LinedList"/>
    <dgm:cxn modelId="{5C5F651F-5736-6845-9B70-373E67BE531A}" type="presParOf" srcId="{A598CC1D-58EF-A641-B386-27CBED32465E}" destId="{E4275A07-AE9F-9C4B-AD0C-B6C0D865EBB0}" srcOrd="0" destOrd="0" presId="urn:microsoft.com/office/officeart/2008/layout/LinedList"/>
    <dgm:cxn modelId="{C03098F2-B61F-4141-B6E9-09ECD1274277}" type="presParOf" srcId="{A598CC1D-58EF-A641-B386-27CBED32465E}" destId="{7DCB8392-C6E8-3743-A88E-4A384475DE24}" srcOrd="1" destOrd="0" presId="urn:microsoft.com/office/officeart/2008/layout/LinedList"/>
    <dgm:cxn modelId="{822C7999-ADD8-6240-AAE4-6EDE8D4E0C1B}" type="presParOf" srcId="{CE0F8692-B45E-4446-BB16-B12EAC1B8624}" destId="{9DE46EFE-7E53-D743-B14A-30107CE3C172}" srcOrd="4" destOrd="0" presId="urn:microsoft.com/office/officeart/2008/layout/LinedList"/>
    <dgm:cxn modelId="{4B45B916-0590-B941-97F8-2C0A731D8CF8}" type="presParOf" srcId="{CE0F8692-B45E-4446-BB16-B12EAC1B8624}" destId="{394801FF-B708-0249-AB1E-246CF6E8E359}" srcOrd="5" destOrd="0" presId="urn:microsoft.com/office/officeart/2008/layout/LinedList"/>
    <dgm:cxn modelId="{77C9A6D1-1090-F84B-AD8C-B48A35EBE918}" type="presParOf" srcId="{394801FF-B708-0249-AB1E-246CF6E8E359}" destId="{9CB2C3F3-E482-8F46-ACAF-DAA6DD3F9B2D}" srcOrd="0" destOrd="0" presId="urn:microsoft.com/office/officeart/2008/layout/LinedList"/>
    <dgm:cxn modelId="{FE130614-8E33-7F49-8447-FAB79ADEA2A0}" type="presParOf" srcId="{394801FF-B708-0249-AB1E-246CF6E8E359}" destId="{39610044-6A52-E544-B9D3-48687F1D82F7}" srcOrd="1" destOrd="0" presId="urn:microsoft.com/office/officeart/2008/layout/LinedList"/>
    <dgm:cxn modelId="{BCF3D018-9F43-8C4D-A860-3F928389B1BD}" type="presParOf" srcId="{CE0F8692-B45E-4446-BB16-B12EAC1B8624}" destId="{115F927A-19F3-424C-9775-5E0ACF3C0831}" srcOrd="6" destOrd="0" presId="urn:microsoft.com/office/officeart/2008/layout/LinedList"/>
    <dgm:cxn modelId="{47F6B674-A4A7-0046-AD0B-EF3AD5904320}" type="presParOf" srcId="{CE0F8692-B45E-4446-BB16-B12EAC1B8624}" destId="{4CD05E3F-95DE-934D-9EC2-A6E30303915A}" srcOrd="7" destOrd="0" presId="urn:microsoft.com/office/officeart/2008/layout/LinedList"/>
    <dgm:cxn modelId="{622E558F-DAE1-9246-914E-172F846C533A}" type="presParOf" srcId="{4CD05E3F-95DE-934D-9EC2-A6E30303915A}" destId="{A660100E-FEB5-0141-9423-8733C6444156}" srcOrd="0" destOrd="0" presId="urn:microsoft.com/office/officeart/2008/layout/LinedList"/>
    <dgm:cxn modelId="{7F4BB55A-472F-B846-8CD9-0999B26A4E16}" type="presParOf" srcId="{4CD05E3F-95DE-934D-9EC2-A6E30303915A}" destId="{8494ED5F-E39A-6A4C-98F8-FC6C953C531A}" srcOrd="1" destOrd="0" presId="urn:microsoft.com/office/officeart/2008/layout/LinedList"/>
    <dgm:cxn modelId="{66F4197B-5FCE-8E43-B3D1-BAD541B43DBE}" type="presParOf" srcId="{CE0F8692-B45E-4446-BB16-B12EAC1B8624}" destId="{1FD34E53-8478-2748-801A-FC055AF5213E}" srcOrd="8" destOrd="0" presId="urn:microsoft.com/office/officeart/2008/layout/LinedList"/>
    <dgm:cxn modelId="{07DF071B-EDA7-8D4F-8537-87EB60E193FE}" type="presParOf" srcId="{CE0F8692-B45E-4446-BB16-B12EAC1B8624}" destId="{7BF18DE8-2801-9F41-89DB-588067B5EE55}" srcOrd="9" destOrd="0" presId="urn:microsoft.com/office/officeart/2008/layout/LinedList"/>
    <dgm:cxn modelId="{BB316B17-C35F-1841-AD19-DEFC7A6C4CDC}" type="presParOf" srcId="{7BF18DE8-2801-9F41-89DB-588067B5EE55}" destId="{B80B4CB9-5D71-D74E-9BD9-03835215714F}" srcOrd="0" destOrd="0" presId="urn:microsoft.com/office/officeart/2008/layout/LinedList"/>
    <dgm:cxn modelId="{CA05A7EB-F1F3-004A-99E5-03D6D11A86A0}" type="presParOf" srcId="{7BF18DE8-2801-9F41-89DB-588067B5EE55}" destId="{C2A1CFDB-DBF6-824E-A6BF-0BE46880D4E2}" srcOrd="1" destOrd="0" presId="urn:microsoft.com/office/officeart/2008/layout/LinedList"/>
    <dgm:cxn modelId="{56135DAA-1F71-D448-9487-F90824793664}" type="presParOf" srcId="{CE0F8692-B45E-4446-BB16-B12EAC1B8624}" destId="{59EE3D2A-EB4C-064E-A690-06527B1E2938}" srcOrd="10" destOrd="0" presId="urn:microsoft.com/office/officeart/2008/layout/LinedList"/>
    <dgm:cxn modelId="{75AB25C2-EBAA-4645-B08C-9B0E22E5A04F}" type="presParOf" srcId="{CE0F8692-B45E-4446-BB16-B12EAC1B8624}" destId="{C64C712E-2EF4-0246-B8E0-557329E84464}" srcOrd="11" destOrd="0" presId="urn:microsoft.com/office/officeart/2008/layout/LinedList"/>
    <dgm:cxn modelId="{EB9B3D8B-7CC8-2643-8492-9B38DABCB75C}" type="presParOf" srcId="{C64C712E-2EF4-0246-B8E0-557329E84464}" destId="{BD801649-B147-1A4B-8E0B-52D0CE2266A4}" srcOrd="0" destOrd="0" presId="urn:microsoft.com/office/officeart/2008/layout/LinedList"/>
    <dgm:cxn modelId="{86FEF98F-2489-7A41-A68E-1466C1A43CC0}" type="presParOf" srcId="{C64C712E-2EF4-0246-B8E0-557329E84464}" destId="{E618903F-EA2D-CE43-98A2-D7F3CC530FB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AD412E-C311-4F92-B8C5-FA9C98A148CC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E853E20-77A7-46B9-962A-0EB6C83E3851}">
      <dgm:prSet/>
      <dgm:spPr/>
      <dgm:t>
        <a:bodyPr/>
        <a:lstStyle/>
        <a:p>
          <a:r>
            <a:rPr lang="en-US" b="0" i="0" baseline="0"/>
            <a:t>Compile all Java files</a:t>
          </a:r>
          <a:endParaRPr lang="en-US"/>
        </a:p>
      </dgm:t>
    </dgm:pt>
    <dgm:pt modelId="{C2DC0D5F-1617-4C51-B004-846A7260D78C}" type="parTrans" cxnId="{605FED79-FF7C-4603-AEF2-2693E213A417}">
      <dgm:prSet/>
      <dgm:spPr/>
      <dgm:t>
        <a:bodyPr/>
        <a:lstStyle/>
        <a:p>
          <a:endParaRPr lang="en-US"/>
        </a:p>
      </dgm:t>
    </dgm:pt>
    <dgm:pt modelId="{10CF52D0-A0EB-4E0E-9476-18679948835E}" type="sibTrans" cxnId="{605FED79-FF7C-4603-AEF2-2693E213A417}">
      <dgm:prSet/>
      <dgm:spPr/>
      <dgm:t>
        <a:bodyPr/>
        <a:lstStyle/>
        <a:p>
          <a:endParaRPr lang="en-US"/>
        </a:p>
      </dgm:t>
    </dgm:pt>
    <dgm:pt modelId="{EDE69329-E16C-429A-876C-244BED95D3B1}">
      <dgm:prSet/>
      <dgm:spPr/>
      <dgm:t>
        <a:bodyPr/>
        <a:lstStyle/>
        <a:p>
          <a:r>
            <a:rPr lang="en-US" b="0" i="0" baseline="0"/>
            <a:t>Set OPENAI_API_KEY in environment</a:t>
          </a:r>
          <a:endParaRPr lang="en-US"/>
        </a:p>
      </dgm:t>
    </dgm:pt>
    <dgm:pt modelId="{63B578ED-2F8E-4B51-B7B1-FCB4B7F94F80}" type="parTrans" cxnId="{10B5B807-9A3C-43F8-B384-172BFCB3122C}">
      <dgm:prSet/>
      <dgm:spPr/>
      <dgm:t>
        <a:bodyPr/>
        <a:lstStyle/>
        <a:p>
          <a:endParaRPr lang="en-US"/>
        </a:p>
      </dgm:t>
    </dgm:pt>
    <dgm:pt modelId="{28409CB5-11ED-44DE-8BDA-9A1585F49D86}" type="sibTrans" cxnId="{10B5B807-9A3C-43F8-B384-172BFCB3122C}">
      <dgm:prSet/>
      <dgm:spPr/>
      <dgm:t>
        <a:bodyPr/>
        <a:lstStyle/>
        <a:p>
          <a:endParaRPr lang="en-US"/>
        </a:p>
      </dgm:t>
    </dgm:pt>
    <dgm:pt modelId="{5E552FC5-4252-4F1A-A7C6-AC5F22312421}">
      <dgm:prSet/>
      <dgm:spPr/>
      <dgm:t>
        <a:bodyPr/>
        <a:lstStyle/>
        <a:p>
          <a:r>
            <a:rPr lang="en-US" b="0" i="0" baseline="0"/>
            <a:t>Start server:</a:t>
          </a:r>
          <a:r>
            <a:rPr lang="en-US"/>
            <a:t> </a:t>
          </a:r>
          <a:r>
            <a:rPr lang="en-US" b="0" i="0" baseline="0"/>
            <a:t>java ChatServer 12345 </a:t>
          </a:r>
          <a:endParaRPr lang="en-US"/>
        </a:p>
      </dgm:t>
    </dgm:pt>
    <dgm:pt modelId="{02F6BD43-4684-4322-B10E-F0B751D00AA6}" type="parTrans" cxnId="{A0C4B348-C78C-4065-85A4-F509A49AD897}">
      <dgm:prSet/>
      <dgm:spPr/>
      <dgm:t>
        <a:bodyPr/>
        <a:lstStyle/>
        <a:p>
          <a:endParaRPr lang="en-US"/>
        </a:p>
      </dgm:t>
    </dgm:pt>
    <dgm:pt modelId="{A9C36D03-E204-424F-BF41-BEAAB30C3890}" type="sibTrans" cxnId="{A0C4B348-C78C-4065-85A4-F509A49AD897}">
      <dgm:prSet/>
      <dgm:spPr/>
      <dgm:t>
        <a:bodyPr/>
        <a:lstStyle/>
        <a:p>
          <a:endParaRPr lang="en-US"/>
        </a:p>
      </dgm:t>
    </dgm:pt>
    <dgm:pt modelId="{CB5FCE4F-8CC9-454E-BF75-117F909B9728}">
      <dgm:prSet/>
      <dgm:spPr/>
      <dgm:t>
        <a:bodyPr/>
        <a:lstStyle/>
        <a:p>
          <a:r>
            <a:rPr lang="en-US" b="0" i="0" baseline="0"/>
            <a:t>Clients connect using:java ChatClient localhost 12345 </a:t>
          </a:r>
          <a:endParaRPr lang="en-US"/>
        </a:p>
      </dgm:t>
    </dgm:pt>
    <dgm:pt modelId="{0A146857-1ED3-4A36-8D78-060688B47E51}" type="parTrans" cxnId="{556E0448-92E7-4955-A6C2-FA74886455A3}">
      <dgm:prSet/>
      <dgm:spPr/>
      <dgm:t>
        <a:bodyPr/>
        <a:lstStyle/>
        <a:p>
          <a:endParaRPr lang="en-US"/>
        </a:p>
      </dgm:t>
    </dgm:pt>
    <dgm:pt modelId="{93537DAA-235F-4164-8209-9D6E8CA829A1}" type="sibTrans" cxnId="{556E0448-92E7-4955-A6C2-FA74886455A3}">
      <dgm:prSet/>
      <dgm:spPr/>
      <dgm:t>
        <a:bodyPr/>
        <a:lstStyle/>
        <a:p>
          <a:endParaRPr lang="en-US"/>
        </a:p>
      </dgm:t>
    </dgm:pt>
    <dgm:pt modelId="{19839216-D261-4176-BB70-5DE711719D89}">
      <dgm:prSet/>
      <dgm:spPr/>
      <dgm:t>
        <a:bodyPr/>
        <a:lstStyle/>
        <a:p>
          <a:r>
            <a:rPr lang="en-US" b="0" i="0" baseline="0"/>
            <a:t>Login or signup</a:t>
          </a:r>
          <a:endParaRPr lang="en-US"/>
        </a:p>
      </dgm:t>
    </dgm:pt>
    <dgm:pt modelId="{FE07E77D-A87D-409E-BB54-DD80346FC8AB}" type="parTrans" cxnId="{B4246CE1-B688-4175-8141-B0B048A411AE}">
      <dgm:prSet/>
      <dgm:spPr/>
      <dgm:t>
        <a:bodyPr/>
        <a:lstStyle/>
        <a:p>
          <a:endParaRPr lang="en-US"/>
        </a:p>
      </dgm:t>
    </dgm:pt>
    <dgm:pt modelId="{00244A2C-415B-4BD9-8108-1929F94E22AC}" type="sibTrans" cxnId="{B4246CE1-B688-4175-8141-B0B048A411AE}">
      <dgm:prSet/>
      <dgm:spPr/>
      <dgm:t>
        <a:bodyPr/>
        <a:lstStyle/>
        <a:p>
          <a:endParaRPr lang="en-US"/>
        </a:p>
      </dgm:t>
    </dgm:pt>
    <dgm:pt modelId="{39EF3532-E6FA-4654-876A-BA3120A5B983}">
      <dgm:prSet/>
      <dgm:spPr/>
      <dgm:t>
        <a:bodyPr/>
        <a:lstStyle/>
        <a:p>
          <a:r>
            <a:rPr lang="en-US" b="0" i="0" baseline="0"/>
            <a:t>Start chatting or try commands like:</a:t>
          </a:r>
          <a:endParaRPr lang="en-US"/>
        </a:p>
      </dgm:t>
    </dgm:pt>
    <dgm:pt modelId="{8F5BFB99-332A-415F-B742-CC8AB7757A47}" type="parTrans" cxnId="{E91A7560-647D-40D7-A8CD-0B81B5F57FCA}">
      <dgm:prSet/>
      <dgm:spPr/>
      <dgm:t>
        <a:bodyPr/>
        <a:lstStyle/>
        <a:p>
          <a:endParaRPr lang="en-US"/>
        </a:p>
      </dgm:t>
    </dgm:pt>
    <dgm:pt modelId="{F4DCAF03-E3D0-403C-95CB-47BD05FFA932}" type="sibTrans" cxnId="{E91A7560-647D-40D7-A8CD-0B81B5F57FCA}">
      <dgm:prSet/>
      <dgm:spPr/>
      <dgm:t>
        <a:bodyPr/>
        <a:lstStyle/>
        <a:p>
          <a:endParaRPr lang="en-US"/>
        </a:p>
      </dgm:t>
    </dgm:pt>
    <dgm:pt modelId="{74935FE6-FD67-42E2-899D-0E6D37DFC461}">
      <dgm:prSet/>
      <dgm:spPr/>
      <dgm:t>
        <a:bodyPr/>
        <a:lstStyle/>
        <a:p>
          <a:r>
            <a:rPr lang="en-US" b="0" i="0" baseline="0"/>
            <a:t>/pm user Hello!</a:t>
          </a:r>
          <a:endParaRPr lang="en-US"/>
        </a:p>
      </dgm:t>
    </dgm:pt>
    <dgm:pt modelId="{ECB2A421-C115-46D2-9BD0-CEE2FDB01341}" type="parTrans" cxnId="{1773A0AF-04AD-408D-858D-6B5A3DEF3A29}">
      <dgm:prSet/>
      <dgm:spPr/>
      <dgm:t>
        <a:bodyPr/>
        <a:lstStyle/>
        <a:p>
          <a:endParaRPr lang="en-US"/>
        </a:p>
      </dgm:t>
    </dgm:pt>
    <dgm:pt modelId="{2B0AFA24-645C-4EFD-9BCD-56DCFE4F8773}" type="sibTrans" cxnId="{1773A0AF-04AD-408D-858D-6B5A3DEF3A29}">
      <dgm:prSet/>
      <dgm:spPr/>
      <dgm:t>
        <a:bodyPr/>
        <a:lstStyle/>
        <a:p>
          <a:endParaRPr lang="en-US"/>
        </a:p>
      </dgm:t>
    </dgm:pt>
    <dgm:pt modelId="{05359605-713D-4A9E-BC3F-05075825D88E}">
      <dgm:prSet/>
      <dgm:spPr/>
      <dgm:t>
        <a:bodyPr/>
        <a:lstStyle/>
        <a:p>
          <a:r>
            <a:rPr lang="en-US" b="0" i="0" baseline="0"/>
            <a:t>/askgpt Why is Java good for networking?</a:t>
          </a:r>
          <a:endParaRPr lang="en-US"/>
        </a:p>
      </dgm:t>
    </dgm:pt>
    <dgm:pt modelId="{B27B199C-52B8-433C-98EF-7D6231ADBCC7}" type="parTrans" cxnId="{8BF3627A-BF4E-4F41-BF82-AF52F995DCBA}">
      <dgm:prSet/>
      <dgm:spPr/>
      <dgm:t>
        <a:bodyPr/>
        <a:lstStyle/>
        <a:p>
          <a:endParaRPr lang="en-US"/>
        </a:p>
      </dgm:t>
    </dgm:pt>
    <dgm:pt modelId="{D709F618-1AC8-49BB-B367-F0007E6E6DE5}" type="sibTrans" cxnId="{8BF3627A-BF4E-4F41-BF82-AF52F995DCBA}">
      <dgm:prSet/>
      <dgm:spPr/>
      <dgm:t>
        <a:bodyPr/>
        <a:lstStyle/>
        <a:p>
          <a:endParaRPr lang="en-US"/>
        </a:p>
      </dgm:t>
    </dgm:pt>
    <dgm:pt modelId="{FDB6A684-2577-4EDC-B896-C1C4A6AB42FB}">
      <dgm:prSet/>
      <dgm:spPr/>
      <dgm:t>
        <a:bodyPr/>
        <a:lstStyle/>
        <a:p>
          <a:r>
            <a:rPr lang="en-US" b="0" i="0" baseline="0"/>
            <a:t>/list</a:t>
          </a:r>
          <a:endParaRPr lang="en-US"/>
        </a:p>
      </dgm:t>
    </dgm:pt>
    <dgm:pt modelId="{C2D712A8-DFDF-441F-947B-FBDD2BB05DD1}" type="parTrans" cxnId="{9ED552CC-AAF2-4E41-82FF-90FA64A6AFB3}">
      <dgm:prSet/>
      <dgm:spPr/>
      <dgm:t>
        <a:bodyPr/>
        <a:lstStyle/>
        <a:p>
          <a:endParaRPr lang="en-US"/>
        </a:p>
      </dgm:t>
    </dgm:pt>
    <dgm:pt modelId="{E489C178-4EF4-4E81-95D0-EF9EA0E1D3D4}" type="sibTrans" cxnId="{9ED552CC-AAF2-4E41-82FF-90FA64A6AFB3}">
      <dgm:prSet/>
      <dgm:spPr/>
      <dgm:t>
        <a:bodyPr/>
        <a:lstStyle/>
        <a:p>
          <a:endParaRPr lang="en-US"/>
        </a:p>
      </dgm:t>
    </dgm:pt>
    <dgm:pt modelId="{E9B7D5B4-A6EA-D34B-9102-1C0C599BBF53}" type="pres">
      <dgm:prSet presAssocID="{D8AD412E-C311-4F92-B8C5-FA9C98A148CC}" presName="diagram" presStyleCnt="0">
        <dgm:presLayoutVars>
          <dgm:dir/>
          <dgm:resizeHandles val="exact"/>
        </dgm:presLayoutVars>
      </dgm:prSet>
      <dgm:spPr/>
    </dgm:pt>
    <dgm:pt modelId="{562D2C25-CF3B-9F43-A460-553A84B0DEEC}" type="pres">
      <dgm:prSet presAssocID="{8E853E20-77A7-46B9-962A-0EB6C83E3851}" presName="node" presStyleLbl="node1" presStyleIdx="0" presStyleCnt="9">
        <dgm:presLayoutVars>
          <dgm:bulletEnabled val="1"/>
        </dgm:presLayoutVars>
      </dgm:prSet>
      <dgm:spPr/>
    </dgm:pt>
    <dgm:pt modelId="{07A64313-909A-5E42-B39C-CCFC38A06E1F}" type="pres">
      <dgm:prSet presAssocID="{10CF52D0-A0EB-4E0E-9476-18679948835E}" presName="sibTrans" presStyleCnt="0"/>
      <dgm:spPr/>
    </dgm:pt>
    <dgm:pt modelId="{EB45CA4E-B653-D54E-9DB7-1F23F3A5E802}" type="pres">
      <dgm:prSet presAssocID="{EDE69329-E16C-429A-876C-244BED95D3B1}" presName="node" presStyleLbl="node1" presStyleIdx="1" presStyleCnt="9">
        <dgm:presLayoutVars>
          <dgm:bulletEnabled val="1"/>
        </dgm:presLayoutVars>
      </dgm:prSet>
      <dgm:spPr/>
    </dgm:pt>
    <dgm:pt modelId="{E4D5A48F-666A-EF48-81F8-01E345CCD57A}" type="pres">
      <dgm:prSet presAssocID="{28409CB5-11ED-44DE-8BDA-9A1585F49D86}" presName="sibTrans" presStyleCnt="0"/>
      <dgm:spPr/>
    </dgm:pt>
    <dgm:pt modelId="{84B60F3D-E6D3-1746-81FD-0A09A9F47C06}" type="pres">
      <dgm:prSet presAssocID="{5E552FC5-4252-4F1A-A7C6-AC5F22312421}" presName="node" presStyleLbl="node1" presStyleIdx="2" presStyleCnt="9">
        <dgm:presLayoutVars>
          <dgm:bulletEnabled val="1"/>
        </dgm:presLayoutVars>
      </dgm:prSet>
      <dgm:spPr/>
    </dgm:pt>
    <dgm:pt modelId="{CA01238D-4D53-7749-91BD-F2B21083EA5E}" type="pres">
      <dgm:prSet presAssocID="{A9C36D03-E204-424F-BF41-BEAAB30C3890}" presName="sibTrans" presStyleCnt="0"/>
      <dgm:spPr/>
    </dgm:pt>
    <dgm:pt modelId="{A5A21211-7D14-9D48-AC01-FBDD58D31238}" type="pres">
      <dgm:prSet presAssocID="{CB5FCE4F-8CC9-454E-BF75-117F909B9728}" presName="node" presStyleLbl="node1" presStyleIdx="3" presStyleCnt="9">
        <dgm:presLayoutVars>
          <dgm:bulletEnabled val="1"/>
        </dgm:presLayoutVars>
      </dgm:prSet>
      <dgm:spPr/>
    </dgm:pt>
    <dgm:pt modelId="{C92377C6-5D0E-A047-8813-701B062D5051}" type="pres">
      <dgm:prSet presAssocID="{93537DAA-235F-4164-8209-9D6E8CA829A1}" presName="sibTrans" presStyleCnt="0"/>
      <dgm:spPr/>
    </dgm:pt>
    <dgm:pt modelId="{F4A9C886-BFCE-E546-BC1E-FD06141C2719}" type="pres">
      <dgm:prSet presAssocID="{19839216-D261-4176-BB70-5DE711719D89}" presName="node" presStyleLbl="node1" presStyleIdx="4" presStyleCnt="9">
        <dgm:presLayoutVars>
          <dgm:bulletEnabled val="1"/>
        </dgm:presLayoutVars>
      </dgm:prSet>
      <dgm:spPr/>
    </dgm:pt>
    <dgm:pt modelId="{9EC4E017-3785-0F41-9B4E-71EB7D25BEE3}" type="pres">
      <dgm:prSet presAssocID="{00244A2C-415B-4BD9-8108-1929F94E22AC}" presName="sibTrans" presStyleCnt="0"/>
      <dgm:spPr/>
    </dgm:pt>
    <dgm:pt modelId="{D1544A36-A2FE-6740-A5D5-3BCD167B2881}" type="pres">
      <dgm:prSet presAssocID="{39EF3532-E6FA-4654-876A-BA3120A5B983}" presName="node" presStyleLbl="node1" presStyleIdx="5" presStyleCnt="9">
        <dgm:presLayoutVars>
          <dgm:bulletEnabled val="1"/>
        </dgm:presLayoutVars>
      </dgm:prSet>
      <dgm:spPr/>
    </dgm:pt>
    <dgm:pt modelId="{B2A7FF92-C7AF-FA43-B8E0-7098E84370CC}" type="pres">
      <dgm:prSet presAssocID="{F4DCAF03-E3D0-403C-95CB-47BD05FFA932}" presName="sibTrans" presStyleCnt="0"/>
      <dgm:spPr/>
    </dgm:pt>
    <dgm:pt modelId="{B2AEC7D2-3E25-324F-8ECB-F7E58F262683}" type="pres">
      <dgm:prSet presAssocID="{74935FE6-FD67-42E2-899D-0E6D37DFC461}" presName="node" presStyleLbl="node1" presStyleIdx="6" presStyleCnt="9">
        <dgm:presLayoutVars>
          <dgm:bulletEnabled val="1"/>
        </dgm:presLayoutVars>
      </dgm:prSet>
      <dgm:spPr/>
    </dgm:pt>
    <dgm:pt modelId="{08A7EEC0-EC64-B24E-98D9-E9D3B754463B}" type="pres">
      <dgm:prSet presAssocID="{2B0AFA24-645C-4EFD-9BCD-56DCFE4F8773}" presName="sibTrans" presStyleCnt="0"/>
      <dgm:spPr/>
    </dgm:pt>
    <dgm:pt modelId="{F054B8FE-6A3D-0B43-A465-B510A72184CD}" type="pres">
      <dgm:prSet presAssocID="{05359605-713D-4A9E-BC3F-05075825D88E}" presName="node" presStyleLbl="node1" presStyleIdx="7" presStyleCnt="9">
        <dgm:presLayoutVars>
          <dgm:bulletEnabled val="1"/>
        </dgm:presLayoutVars>
      </dgm:prSet>
      <dgm:spPr/>
    </dgm:pt>
    <dgm:pt modelId="{3F18F90E-856F-4548-B05B-C69589FD46B7}" type="pres">
      <dgm:prSet presAssocID="{D709F618-1AC8-49BB-B367-F0007E6E6DE5}" presName="sibTrans" presStyleCnt="0"/>
      <dgm:spPr/>
    </dgm:pt>
    <dgm:pt modelId="{58A8B4AD-1261-ED4C-B176-0EAC7BAA1B66}" type="pres">
      <dgm:prSet presAssocID="{FDB6A684-2577-4EDC-B896-C1C4A6AB42FB}" presName="node" presStyleLbl="node1" presStyleIdx="8" presStyleCnt="9">
        <dgm:presLayoutVars>
          <dgm:bulletEnabled val="1"/>
        </dgm:presLayoutVars>
      </dgm:prSet>
      <dgm:spPr/>
    </dgm:pt>
  </dgm:ptLst>
  <dgm:cxnLst>
    <dgm:cxn modelId="{10B5B807-9A3C-43F8-B384-172BFCB3122C}" srcId="{D8AD412E-C311-4F92-B8C5-FA9C98A148CC}" destId="{EDE69329-E16C-429A-876C-244BED95D3B1}" srcOrd="1" destOrd="0" parTransId="{63B578ED-2F8E-4B51-B7B1-FCB4B7F94F80}" sibTransId="{28409CB5-11ED-44DE-8BDA-9A1585F49D86}"/>
    <dgm:cxn modelId="{3961D018-7C80-E646-A47B-693A376BFBF6}" type="presOf" srcId="{39EF3532-E6FA-4654-876A-BA3120A5B983}" destId="{D1544A36-A2FE-6740-A5D5-3BCD167B2881}" srcOrd="0" destOrd="0" presId="urn:microsoft.com/office/officeart/2005/8/layout/default"/>
    <dgm:cxn modelId="{5C51352B-A292-BD44-ABD7-F6FB3EEA4E1A}" type="presOf" srcId="{8E853E20-77A7-46B9-962A-0EB6C83E3851}" destId="{562D2C25-CF3B-9F43-A460-553A84B0DEEC}" srcOrd="0" destOrd="0" presId="urn:microsoft.com/office/officeart/2005/8/layout/default"/>
    <dgm:cxn modelId="{9738E35D-AACB-0942-934C-24C5205757C9}" type="presOf" srcId="{19839216-D261-4176-BB70-5DE711719D89}" destId="{F4A9C886-BFCE-E546-BC1E-FD06141C2719}" srcOrd="0" destOrd="0" presId="urn:microsoft.com/office/officeart/2005/8/layout/default"/>
    <dgm:cxn modelId="{5CDDEF5D-E2AD-B148-9899-C202C89008A4}" type="presOf" srcId="{D8AD412E-C311-4F92-B8C5-FA9C98A148CC}" destId="{E9B7D5B4-A6EA-D34B-9102-1C0C599BBF53}" srcOrd="0" destOrd="0" presId="urn:microsoft.com/office/officeart/2005/8/layout/default"/>
    <dgm:cxn modelId="{E91A7560-647D-40D7-A8CD-0B81B5F57FCA}" srcId="{D8AD412E-C311-4F92-B8C5-FA9C98A148CC}" destId="{39EF3532-E6FA-4654-876A-BA3120A5B983}" srcOrd="5" destOrd="0" parTransId="{8F5BFB99-332A-415F-B742-CC8AB7757A47}" sibTransId="{F4DCAF03-E3D0-403C-95CB-47BD05FFA932}"/>
    <dgm:cxn modelId="{556E0448-92E7-4955-A6C2-FA74886455A3}" srcId="{D8AD412E-C311-4F92-B8C5-FA9C98A148CC}" destId="{CB5FCE4F-8CC9-454E-BF75-117F909B9728}" srcOrd="3" destOrd="0" parTransId="{0A146857-1ED3-4A36-8D78-060688B47E51}" sibTransId="{93537DAA-235F-4164-8209-9D6E8CA829A1}"/>
    <dgm:cxn modelId="{A0C4B348-C78C-4065-85A4-F509A49AD897}" srcId="{D8AD412E-C311-4F92-B8C5-FA9C98A148CC}" destId="{5E552FC5-4252-4F1A-A7C6-AC5F22312421}" srcOrd="2" destOrd="0" parTransId="{02F6BD43-4684-4322-B10E-F0B751D00AA6}" sibTransId="{A9C36D03-E204-424F-BF41-BEAAB30C3890}"/>
    <dgm:cxn modelId="{B023076B-8E99-0F4B-8A18-545C67B5BE82}" type="presOf" srcId="{05359605-713D-4A9E-BC3F-05075825D88E}" destId="{F054B8FE-6A3D-0B43-A465-B510A72184CD}" srcOrd="0" destOrd="0" presId="urn:microsoft.com/office/officeart/2005/8/layout/default"/>
    <dgm:cxn modelId="{86CC4A54-6F27-A64D-9F78-0D6F0CCC68CD}" type="presOf" srcId="{5E552FC5-4252-4F1A-A7C6-AC5F22312421}" destId="{84B60F3D-E6D3-1746-81FD-0A09A9F47C06}" srcOrd="0" destOrd="0" presId="urn:microsoft.com/office/officeart/2005/8/layout/default"/>
    <dgm:cxn modelId="{3CC24C76-A145-244F-A5D3-610173F0B359}" type="presOf" srcId="{EDE69329-E16C-429A-876C-244BED95D3B1}" destId="{EB45CA4E-B653-D54E-9DB7-1F23F3A5E802}" srcOrd="0" destOrd="0" presId="urn:microsoft.com/office/officeart/2005/8/layout/default"/>
    <dgm:cxn modelId="{605FED79-FF7C-4603-AEF2-2693E213A417}" srcId="{D8AD412E-C311-4F92-B8C5-FA9C98A148CC}" destId="{8E853E20-77A7-46B9-962A-0EB6C83E3851}" srcOrd="0" destOrd="0" parTransId="{C2DC0D5F-1617-4C51-B004-846A7260D78C}" sibTransId="{10CF52D0-A0EB-4E0E-9476-18679948835E}"/>
    <dgm:cxn modelId="{8BF3627A-BF4E-4F41-BF82-AF52F995DCBA}" srcId="{D8AD412E-C311-4F92-B8C5-FA9C98A148CC}" destId="{05359605-713D-4A9E-BC3F-05075825D88E}" srcOrd="7" destOrd="0" parTransId="{B27B199C-52B8-433C-98EF-7D6231ADBCC7}" sibTransId="{D709F618-1AC8-49BB-B367-F0007E6E6DE5}"/>
    <dgm:cxn modelId="{1773A0AF-04AD-408D-858D-6B5A3DEF3A29}" srcId="{D8AD412E-C311-4F92-B8C5-FA9C98A148CC}" destId="{74935FE6-FD67-42E2-899D-0E6D37DFC461}" srcOrd="6" destOrd="0" parTransId="{ECB2A421-C115-46D2-9BD0-CEE2FDB01341}" sibTransId="{2B0AFA24-645C-4EFD-9BCD-56DCFE4F8773}"/>
    <dgm:cxn modelId="{CED7EBBA-DAFC-D94B-A862-9B500798916C}" type="presOf" srcId="{FDB6A684-2577-4EDC-B896-C1C4A6AB42FB}" destId="{58A8B4AD-1261-ED4C-B176-0EAC7BAA1B66}" srcOrd="0" destOrd="0" presId="urn:microsoft.com/office/officeart/2005/8/layout/default"/>
    <dgm:cxn modelId="{CBA9FDBF-B192-3F48-B634-AACEAA1FD05B}" type="presOf" srcId="{CB5FCE4F-8CC9-454E-BF75-117F909B9728}" destId="{A5A21211-7D14-9D48-AC01-FBDD58D31238}" srcOrd="0" destOrd="0" presId="urn:microsoft.com/office/officeart/2005/8/layout/default"/>
    <dgm:cxn modelId="{9ED552CC-AAF2-4E41-82FF-90FA64A6AFB3}" srcId="{D8AD412E-C311-4F92-B8C5-FA9C98A148CC}" destId="{FDB6A684-2577-4EDC-B896-C1C4A6AB42FB}" srcOrd="8" destOrd="0" parTransId="{C2D712A8-DFDF-441F-947B-FBDD2BB05DD1}" sibTransId="{E489C178-4EF4-4E81-95D0-EF9EA0E1D3D4}"/>
    <dgm:cxn modelId="{818083DD-7CC6-EE4D-90DD-87C578AC7E20}" type="presOf" srcId="{74935FE6-FD67-42E2-899D-0E6D37DFC461}" destId="{B2AEC7D2-3E25-324F-8ECB-F7E58F262683}" srcOrd="0" destOrd="0" presId="urn:microsoft.com/office/officeart/2005/8/layout/default"/>
    <dgm:cxn modelId="{B4246CE1-B688-4175-8141-B0B048A411AE}" srcId="{D8AD412E-C311-4F92-B8C5-FA9C98A148CC}" destId="{19839216-D261-4176-BB70-5DE711719D89}" srcOrd="4" destOrd="0" parTransId="{FE07E77D-A87D-409E-BB54-DD80346FC8AB}" sibTransId="{00244A2C-415B-4BD9-8108-1929F94E22AC}"/>
    <dgm:cxn modelId="{021DAFAD-8682-E244-BC45-38E865F86EFE}" type="presParOf" srcId="{E9B7D5B4-A6EA-D34B-9102-1C0C599BBF53}" destId="{562D2C25-CF3B-9F43-A460-553A84B0DEEC}" srcOrd="0" destOrd="0" presId="urn:microsoft.com/office/officeart/2005/8/layout/default"/>
    <dgm:cxn modelId="{FF581AAD-FC21-2347-94AA-F7D815C0808C}" type="presParOf" srcId="{E9B7D5B4-A6EA-D34B-9102-1C0C599BBF53}" destId="{07A64313-909A-5E42-B39C-CCFC38A06E1F}" srcOrd="1" destOrd="0" presId="urn:microsoft.com/office/officeart/2005/8/layout/default"/>
    <dgm:cxn modelId="{E3B87803-46FB-F848-A953-693BF522F9A4}" type="presParOf" srcId="{E9B7D5B4-A6EA-D34B-9102-1C0C599BBF53}" destId="{EB45CA4E-B653-D54E-9DB7-1F23F3A5E802}" srcOrd="2" destOrd="0" presId="urn:microsoft.com/office/officeart/2005/8/layout/default"/>
    <dgm:cxn modelId="{20B72029-375D-AF47-89E1-7AA4DD1A24E8}" type="presParOf" srcId="{E9B7D5B4-A6EA-D34B-9102-1C0C599BBF53}" destId="{E4D5A48F-666A-EF48-81F8-01E345CCD57A}" srcOrd="3" destOrd="0" presId="urn:microsoft.com/office/officeart/2005/8/layout/default"/>
    <dgm:cxn modelId="{8A3291B2-11AE-7A49-B86A-C7154D043403}" type="presParOf" srcId="{E9B7D5B4-A6EA-D34B-9102-1C0C599BBF53}" destId="{84B60F3D-E6D3-1746-81FD-0A09A9F47C06}" srcOrd="4" destOrd="0" presId="urn:microsoft.com/office/officeart/2005/8/layout/default"/>
    <dgm:cxn modelId="{AE8449BC-1A92-E94B-8D6E-2A4D57282C79}" type="presParOf" srcId="{E9B7D5B4-A6EA-D34B-9102-1C0C599BBF53}" destId="{CA01238D-4D53-7749-91BD-F2B21083EA5E}" srcOrd="5" destOrd="0" presId="urn:microsoft.com/office/officeart/2005/8/layout/default"/>
    <dgm:cxn modelId="{AFE90A41-1062-1A4E-96D5-F83DAA74FAA0}" type="presParOf" srcId="{E9B7D5B4-A6EA-D34B-9102-1C0C599BBF53}" destId="{A5A21211-7D14-9D48-AC01-FBDD58D31238}" srcOrd="6" destOrd="0" presId="urn:microsoft.com/office/officeart/2005/8/layout/default"/>
    <dgm:cxn modelId="{7A121526-A63B-324A-8896-A75E79054317}" type="presParOf" srcId="{E9B7D5B4-A6EA-D34B-9102-1C0C599BBF53}" destId="{C92377C6-5D0E-A047-8813-701B062D5051}" srcOrd="7" destOrd="0" presId="urn:microsoft.com/office/officeart/2005/8/layout/default"/>
    <dgm:cxn modelId="{5402F649-D002-884A-94F4-A72DB180EB34}" type="presParOf" srcId="{E9B7D5B4-A6EA-D34B-9102-1C0C599BBF53}" destId="{F4A9C886-BFCE-E546-BC1E-FD06141C2719}" srcOrd="8" destOrd="0" presId="urn:microsoft.com/office/officeart/2005/8/layout/default"/>
    <dgm:cxn modelId="{F3816461-E0B5-7D40-A971-88DEEB111DE2}" type="presParOf" srcId="{E9B7D5B4-A6EA-D34B-9102-1C0C599BBF53}" destId="{9EC4E017-3785-0F41-9B4E-71EB7D25BEE3}" srcOrd="9" destOrd="0" presId="urn:microsoft.com/office/officeart/2005/8/layout/default"/>
    <dgm:cxn modelId="{97276938-1C40-A24C-AEC8-81B5AA730731}" type="presParOf" srcId="{E9B7D5B4-A6EA-D34B-9102-1C0C599BBF53}" destId="{D1544A36-A2FE-6740-A5D5-3BCD167B2881}" srcOrd="10" destOrd="0" presId="urn:microsoft.com/office/officeart/2005/8/layout/default"/>
    <dgm:cxn modelId="{EF87AAC7-3A05-5B44-BBDA-82FEB6F17D8F}" type="presParOf" srcId="{E9B7D5B4-A6EA-D34B-9102-1C0C599BBF53}" destId="{B2A7FF92-C7AF-FA43-B8E0-7098E84370CC}" srcOrd="11" destOrd="0" presId="urn:microsoft.com/office/officeart/2005/8/layout/default"/>
    <dgm:cxn modelId="{28C52C75-3C6F-6B49-B5B3-CA7BCA883414}" type="presParOf" srcId="{E9B7D5B4-A6EA-D34B-9102-1C0C599BBF53}" destId="{B2AEC7D2-3E25-324F-8ECB-F7E58F262683}" srcOrd="12" destOrd="0" presId="urn:microsoft.com/office/officeart/2005/8/layout/default"/>
    <dgm:cxn modelId="{3258C8DC-2F52-D64D-86ED-4E82DA5DD5C5}" type="presParOf" srcId="{E9B7D5B4-A6EA-D34B-9102-1C0C599BBF53}" destId="{08A7EEC0-EC64-B24E-98D9-E9D3B754463B}" srcOrd="13" destOrd="0" presId="urn:microsoft.com/office/officeart/2005/8/layout/default"/>
    <dgm:cxn modelId="{63FCF27F-3170-C941-AF3A-CC2E3A4F83BF}" type="presParOf" srcId="{E9B7D5B4-A6EA-D34B-9102-1C0C599BBF53}" destId="{F054B8FE-6A3D-0B43-A465-B510A72184CD}" srcOrd="14" destOrd="0" presId="urn:microsoft.com/office/officeart/2005/8/layout/default"/>
    <dgm:cxn modelId="{87EC7B72-E2B5-D346-BA71-224A6B12BA5A}" type="presParOf" srcId="{E9B7D5B4-A6EA-D34B-9102-1C0C599BBF53}" destId="{3F18F90E-856F-4548-B05B-C69589FD46B7}" srcOrd="15" destOrd="0" presId="urn:microsoft.com/office/officeart/2005/8/layout/default"/>
    <dgm:cxn modelId="{63F96F26-95EE-5E40-962C-E75591AF2BDF}" type="presParOf" srcId="{E9B7D5B4-A6EA-D34B-9102-1C0C599BBF53}" destId="{58A8B4AD-1261-ED4C-B176-0EAC7BAA1B66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03D1A9-B73A-461E-A7B6-6C81AE49F6BA}" type="doc">
      <dgm:prSet loTypeId="urn:microsoft.com/office/officeart/2005/8/layout/default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89FB1200-8357-40A8-A680-64BF7C60B638}">
      <dgm:prSet/>
      <dgm:spPr/>
      <dgm:t>
        <a:bodyPr/>
        <a:lstStyle/>
        <a:p>
          <a:r>
            <a:rPr lang="en-US" b="1"/>
            <a:t>Multi-Threading &amp; Concurrency</a:t>
          </a:r>
          <a:endParaRPr lang="en-US"/>
        </a:p>
      </dgm:t>
    </dgm:pt>
    <dgm:pt modelId="{5D348A21-2F69-4893-98D1-FC82F93BF934}" type="parTrans" cxnId="{B10E179A-4C94-45B7-8D7F-455284E8B316}">
      <dgm:prSet/>
      <dgm:spPr/>
      <dgm:t>
        <a:bodyPr/>
        <a:lstStyle/>
        <a:p>
          <a:endParaRPr lang="en-US"/>
        </a:p>
      </dgm:t>
    </dgm:pt>
    <dgm:pt modelId="{C1276A1A-6C70-40FC-98AD-5390343BC650}" type="sibTrans" cxnId="{B10E179A-4C94-45B7-8D7F-455284E8B316}">
      <dgm:prSet/>
      <dgm:spPr/>
      <dgm:t>
        <a:bodyPr/>
        <a:lstStyle/>
        <a:p>
          <a:endParaRPr lang="en-US"/>
        </a:p>
      </dgm:t>
    </dgm:pt>
    <dgm:pt modelId="{7C2062F7-5161-4183-88E7-2EA13E5CEC49}">
      <dgm:prSet/>
      <dgm:spPr/>
      <dgm:t>
        <a:bodyPr/>
        <a:lstStyle/>
        <a:p>
          <a:r>
            <a:rPr lang="en-US"/>
            <a:t>The system uses:</a:t>
          </a:r>
        </a:p>
      </dgm:t>
    </dgm:pt>
    <dgm:pt modelId="{55EC9E93-AACA-41C3-82C8-82CF79C27DB5}" type="parTrans" cxnId="{5E8CC97B-C0B8-47E6-80BE-906AEDF485FD}">
      <dgm:prSet/>
      <dgm:spPr/>
      <dgm:t>
        <a:bodyPr/>
        <a:lstStyle/>
        <a:p>
          <a:endParaRPr lang="en-US"/>
        </a:p>
      </dgm:t>
    </dgm:pt>
    <dgm:pt modelId="{F727D82C-6C31-4931-94B6-D17F7E6CFFB7}" type="sibTrans" cxnId="{5E8CC97B-C0B8-47E6-80BE-906AEDF485FD}">
      <dgm:prSet/>
      <dgm:spPr/>
      <dgm:t>
        <a:bodyPr/>
        <a:lstStyle/>
        <a:p>
          <a:endParaRPr lang="en-US"/>
        </a:p>
      </dgm:t>
    </dgm:pt>
    <dgm:pt modelId="{BB619CC8-320A-40B1-B987-C6F214AA82D9}">
      <dgm:prSet/>
      <dgm:spPr/>
      <dgm:t>
        <a:bodyPr/>
        <a:lstStyle/>
        <a:p>
          <a:r>
            <a:rPr lang="en-US" b="1"/>
            <a:t>One thread per active client</a:t>
          </a:r>
          <a:endParaRPr lang="en-US"/>
        </a:p>
      </dgm:t>
    </dgm:pt>
    <dgm:pt modelId="{B35627CA-8E58-4082-9204-1A511EE7A399}" type="parTrans" cxnId="{9827212E-56ED-4311-BB54-091ED2AC5BA9}">
      <dgm:prSet/>
      <dgm:spPr/>
      <dgm:t>
        <a:bodyPr/>
        <a:lstStyle/>
        <a:p>
          <a:endParaRPr lang="en-US"/>
        </a:p>
      </dgm:t>
    </dgm:pt>
    <dgm:pt modelId="{9B3419AC-0336-4C92-B866-435EC33B9A97}" type="sibTrans" cxnId="{9827212E-56ED-4311-BB54-091ED2AC5BA9}">
      <dgm:prSet/>
      <dgm:spPr/>
      <dgm:t>
        <a:bodyPr/>
        <a:lstStyle/>
        <a:p>
          <a:endParaRPr lang="en-US"/>
        </a:p>
      </dgm:t>
    </dgm:pt>
    <dgm:pt modelId="{3343450F-07FE-4E2F-AD4C-5BB713C90471}">
      <dgm:prSet/>
      <dgm:spPr/>
      <dgm:t>
        <a:bodyPr/>
        <a:lstStyle/>
        <a:p>
          <a:r>
            <a:rPr lang="en-US"/>
            <a:t>Synchronized access to shared data</a:t>
          </a:r>
        </a:p>
      </dgm:t>
    </dgm:pt>
    <dgm:pt modelId="{EE566215-8D6C-4682-9C3C-EC235E3F3B63}" type="parTrans" cxnId="{597D821F-B570-4B06-8F1C-307CFA4DCFEF}">
      <dgm:prSet/>
      <dgm:spPr/>
      <dgm:t>
        <a:bodyPr/>
        <a:lstStyle/>
        <a:p>
          <a:endParaRPr lang="en-US"/>
        </a:p>
      </dgm:t>
    </dgm:pt>
    <dgm:pt modelId="{EE4560AD-AE86-4D2D-B73C-EA562AC7E634}" type="sibTrans" cxnId="{597D821F-B570-4B06-8F1C-307CFA4DCFEF}">
      <dgm:prSet/>
      <dgm:spPr/>
      <dgm:t>
        <a:bodyPr/>
        <a:lstStyle/>
        <a:p>
          <a:endParaRPr lang="en-US"/>
        </a:p>
      </dgm:t>
    </dgm:pt>
    <dgm:pt modelId="{48736A98-8887-404A-93EE-D23DD6D74A40}">
      <dgm:prSet/>
      <dgm:spPr/>
      <dgm:t>
        <a:bodyPr/>
        <a:lstStyle/>
        <a:p>
          <a:r>
            <a:rPr lang="en-US"/>
            <a:t>Thread pool for AI requests</a:t>
          </a:r>
        </a:p>
      </dgm:t>
    </dgm:pt>
    <dgm:pt modelId="{B748A87B-A59A-4E77-A5C8-6DE9F69716EB}" type="parTrans" cxnId="{49A525B2-9D7A-4A0E-875D-DFAFE1F5FC41}">
      <dgm:prSet/>
      <dgm:spPr/>
      <dgm:t>
        <a:bodyPr/>
        <a:lstStyle/>
        <a:p>
          <a:endParaRPr lang="en-US"/>
        </a:p>
      </dgm:t>
    </dgm:pt>
    <dgm:pt modelId="{FEECF714-BAC5-4673-B808-8864B93A317B}" type="sibTrans" cxnId="{49A525B2-9D7A-4A0E-875D-DFAFE1F5FC41}">
      <dgm:prSet/>
      <dgm:spPr/>
      <dgm:t>
        <a:bodyPr/>
        <a:lstStyle/>
        <a:p>
          <a:endParaRPr lang="en-US"/>
        </a:p>
      </dgm:t>
    </dgm:pt>
    <dgm:pt modelId="{9A3A0172-0D97-477D-8929-08B4A7BFA5FB}">
      <dgm:prSet/>
      <dgm:spPr/>
      <dgm:t>
        <a:bodyPr/>
        <a:lstStyle/>
        <a:p>
          <a:r>
            <a:rPr lang="en-US"/>
            <a:t>Clean shutdown signals for all threads</a:t>
          </a:r>
        </a:p>
      </dgm:t>
    </dgm:pt>
    <dgm:pt modelId="{409C2BF6-8843-45AC-A281-14824D24569C}" type="parTrans" cxnId="{B7484AAA-DA27-443A-A925-A6ECDC74BFA0}">
      <dgm:prSet/>
      <dgm:spPr/>
      <dgm:t>
        <a:bodyPr/>
        <a:lstStyle/>
        <a:p>
          <a:endParaRPr lang="en-US"/>
        </a:p>
      </dgm:t>
    </dgm:pt>
    <dgm:pt modelId="{2B9F7AFC-627F-463B-B145-96328B3A8550}" type="sibTrans" cxnId="{B7484AAA-DA27-443A-A925-A6ECDC74BFA0}">
      <dgm:prSet/>
      <dgm:spPr/>
      <dgm:t>
        <a:bodyPr/>
        <a:lstStyle/>
        <a:p>
          <a:endParaRPr lang="en-US"/>
        </a:p>
      </dgm:t>
    </dgm:pt>
    <dgm:pt modelId="{481FB128-65C2-4D7D-B84F-F25F365537CE}">
      <dgm:prSet/>
      <dgm:spPr/>
      <dgm:t>
        <a:bodyPr/>
        <a:lstStyle/>
        <a:p>
          <a:r>
            <a:rPr lang="en-US"/>
            <a:t>Benefits:</a:t>
          </a:r>
        </a:p>
      </dgm:t>
    </dgm:pt>
    <dgm:pt modelId="{6C138DB3-FC0E-4FBB-99C7-69F15CA220F1}" type="parTrans" cxnId="{308933CE-9111-49C0-A268-4F25683AED6B}">
      <dgm:prSet/>
      <dgm:spPr/>
      <dgm:t>
        <a:bodyPr/>
        <a:lstStyle/>
        <a:p>
          <a:endParaRPr lang="en-US"/>
        </a:p>
      </dgm:t>
    </dgm:pt>
    <dgm:pt modelId="{05C78498-6FCA-465E-9503-F43D0E1187EA}" type="sibTrans" cxnId="{308933CE-9111-49C0-A268-4F25683AED6B}">
      <dgm:prSet/>
      <dgm:spPr/>
      <dgm:t>
        <a:bodyPr/>
        <a:lstStyle/>
        <a:p>
          <a:endParaRPr lang="en-US"/>
        </a:p>
      </dgm:t>
    </dgm:pt>
    <dgm:pt modelId="{241800AE-C12D-49E9-9933-CF41770E068C}">
      <dgm:prSet/>
      <dgm:spPr/>
      <dgm:t>
        <a:bodyPr/>
        <a:lstStyle/>
        <a:p>
          <a:r>
            <a:rPr lang="en-US"/>
            <a:t>No blocking between users</a:t>
          </a:r>
        </a:p>
      </dgm:t>
    </dgm:pt>
    <dgm:pt modelId="{0B981D58-0285-492B-A32F-FBE46AD6071F}" type="parTrans" cxnId="{2FAACC30-FCCD-4BC8-AC75-4418ADBC2AFA}">
      <dgm:prSet/>
      <dgm:spPr/>
      <dgm:t>
        <a:bodyPr/>
        <a:lstStyle/>
        <a:p>
          <a:endParaRPr lang="en-US"/>
        </a:p>
      </dgm:t>
    </dgm:pt>
    <dgm:pt modelId="{59599BC3-A82C-4D68-B57E-3D595D505A91}" type="sibTrans" cxnId="{2FAACC30-FCCD-4BC8-AC75-4418ADBC2AFA}">
      <dgm:prSet/>
      <dgm:spPr/>
      <dgm:t>
        <a:bodyPr/>
        <a:lstStyle/>
        <a:p>
          <a:endParaRPr lang="en-US"/>
        </a:p>
      </dgm:t>
    </dgm:pt>
    <dgm:pt modelId="{EC7A38D7-308C-4375-9CA9-CBFFF14C4C20}">
      <dgm:prSet/>
      <dgm:spPr/>
      <dgm:t>
        <a:bodyPr/>
        <a:lstStyle/>
        <a:p>
          <a:r>
            <a:rPr lang="en-US"/>
            <a:t>Smooth performance</a:t>
          </a:r>
        </a:p>
      </dgm:t>
    </dgm:pt>
    <dgm:pt modelId="{CA6D82F6-4B86-40E1-B5BB-41A0768BEEDE}" type="parTrans" cxnId="{04876397-5499-4EBE-9EB5-91E5AFEB4D34}">
      <dgm:prSet/>
      <dgm:spPr/>
      <dgm:t>
        <a:bodyPr/>
        <a:lstStyle/>
        <a:p>
          <a:endParaRPr lang="en-US"/>
        </a:p>
      </dgm:t>
    </dgm:pt>
    <dgm:pt modelId="{FD45B33F-DD00-4B77-913C-A6DFAD5957B7}" type="sibTrans" cxnId="{04876397-5499-4EBE-9EB5-91E5AFEB4D34}">
      <dgm:prSet/>
      <dgm:spPr/>
      <dgm:t>
        <a:bodyPr/>
        <a:lstStyle/>
        <a:p>
          <a:endParaRPr lang="en-US"/>
        </a:p>
      </dgm:t>
    </dgm:pt>
    <dgm:pt modelId="{BDF376A8-1BA9-4161-A084-C51647B8292B}">
      <dgm:prSet/>
      <dgm:spPr/>
      <dgm:t>
        <a:bodyPr/>
        <a:lstStyle/>
        <a:p>
          <a:r>
            <a:rPr lang="en-US"/>
            <a:t>Scales well for many clients</a:t>
          </a:r>
        </a:p>
      </dgm:t>
    </dgm:pt>
    <dgm:pt modelId="{D3B2E53D-5498-41C7-AD79-7B034B63CB6B}" type="parTrans" cxnId="{A1A3BE63-8F0D-4FE6-B42D-6C5F5CBE9CA2}">
      <dgm:prSet/>
      <dgm:spPr/>
      <dgm:t>
        <a:bodyPr/>
        <a:lstStyle/>
        <a:p>
          <a:endParaRPr lang="en-US"/>
        </a:p>
      </dgm:t>
    </dgm:pt>
    <dgm:pt modelId="{4451EAC6-B740-417A-B2FA-AAE5897E682B}" type="sibTrans" cxnId="{A1A3BE63-8F0D-4FE6-B42D-6C5F5CBE9CA2}">
      <dgm:prSet/>
      <dgm:spPr/>
      <dgm:t>
        <a:bodyPr/>
        <a:lstStyle/>
        <a:p>
          <a:endParaRPr lang="en-US"/>
        </a:p>
      </dgm:t>
    </dgm:pt>
    <dgm:pt modelId="{CFD31478-BE01-4E85-AA5E-0CC0EE3385EB}" type="pres">
      <dgm:prSet presAssocID="{7B03D1A9-B73A-461E-A7B6-6C81AE49F6BA}" presName="diagram" presStyleCnt="0">
        <dgm:presLayoutVars>
          <dgm:dir/>
          <dgm:resizeHandles val="exact"/>
        </dgm:presLayoutVars>
      </dgm:prSet>
      <dgm:spPr/>
    </dgm:pt>
    <dgm:pt modelId="{8C85EBD8-56C9-4FA6-BE04-3E7A4E4DCFBF}" type="pres">
      <dgm:prSet presAssocID="{89FB1200-8357-40A8-A680-64BF7C60B638}" presName="node" presStyleLbl="node1" presStyleIdx="0" presStyleCnt="3">
        <dgm:presLayoutVars>
          <dgm:bulletEnabled val="1"/>
        </dgm:presLayoutVars>
      </dgm:prSet>
      <dgm:spPr/>
    </dgm:pt>
    <dgm:pt modelId="{251A3AE4-258A-4D8B-8C7D-DAB7CD409C38}" type="pres">
      <dgm:prSet presAssocID="{C1276A1A-6C70-40FC-98AD-5390343BC650}" presName="sibTrans" presStyleCnt="0"/>
      <dgm:spPr/>
    </dgm:pt>
    <dgm:pt modelId="{8E14054E-6E46-431D-8FBC-6F01E2C4815F}" type="pres">
      <dgm:prSet presAssocID="{7C2062F7-5161-4183-88E7-2EA13E5CEC49}" presName="node" presStyleLbl="node1" presStyleIdx="1" presStyleCnt="3">
        <dgm:presLayoutVars>
          <dgm:bulletEnabled val="1"/>
        </dgm:presLayoutVars>
      </dgm:prSet>
      <dgm:spPr/>
    </dgm:pt>
    <dgm:pt modelId="{41BE3F4D-084A-4DB5-B422-2C67F656E6DA}" type="pres">
      <dgm:prSet presAssocID="{F727D82C-6C31-4931-94B6-D17F7E6CFFB7}" presName="sibTrans" presStyleCnt="0"/>
      <dgm:spPr/>
    </dgm:pt>
    <dgm:pt modelId="{3B426EB3-4F5F-48E1-ACE7-64F10347D054}" type="pres">
      <dgm:prSet presAssocID="{481FB128-65C2-4D7D-B84F-F25F365537CE}" presName="node" presStyleLbl="node1" presStyleIdx="2" presStyleCnt="3">
        <dgm:presLayoutVars>
          <dgm:bulletEnabled val="1"/>
        </dgm:presLayoutVars>
      </dgm:prSet>
      <dgm:spPr/>
    </dgm:pt>
  </dgm:ptLst>
  <dgm:cxnLst>
    <dgm:cxn modelId="{597D821F-B570-4B06-8F1C-307CFA4DCFEF}" srcId="{7C2062F7-5161-4183-88E7-2EA13E5CEC49}" destId="{3343450F-07FE-4E2F-AD4C-5BB713C90471}" srcOrd="1" destOrd="0" parTransId="{EE566215-8D6C-4682-9C3C-EC235E3F3B63}" sibTransId="{EE4560AD-AE86-4D2D-B73C-EA562AC7E634}"/>
    <dgm:cxn modelId="{9827212E-56ED-4311-BB54-091ED2AC5BA9}" srcId="{7C2062F7-5161-4183-88E7-2EA13E5CEC49}" destId="{BB619CC8-320A-40B1-B987-C6F214AA82D9}" srcOrd="0" destOrd="0" parTransId="{B35627CA-8E58-4082-9204-1A511EE7A399}" sibTransId="{9B3419AC-0336-4C92-B866-435EC33B9A97}"/>
    <dgm:cxn modelId="{2FAACC30-FCCD-4BC8-AC75-4418ADBC2AFA}" srcId="{481FB128-65C2-4D7D-B84F-F25F365537CE}" destId="{241800AE-C12D-49E9-9933-CF41770E068C}" srcOrd="0" destOrd="0" parTransId="{0B981D58-0285-492B-A32F-FBE46AD6071F}" sibTransId="{59599BC3-A82C-4D68-B57E-3D595D505A91}"/>
    <dgm:cxn modelId="{6C5A9831-E026-4F21-BD03-C666C469B235}" type="presOf" srcId="{7B03D1A9-B73A-461E-A7B6-6C81AE49F6BA}" destId="{CFD31478-BE01-4E85-AA5E-0CC0EE3385EB}" srcOrd="0" destOrd="0" presId="urn:microsoft.com/office/officeart/2005/8/layout/default"/>
    <dgm:cxn modelId="{B9C7ED5F-FC2F-4809-9466-4E466FDAA34E}" type="presOf" srcId="{BB619CC8-320A-40B1-B987-C6F214AA82D9}" destId="{8E14054E-6E46-431D-8FBC-6F01E2C4815F}" srcOrd="0" destOrd="1" presId="urn:microsoft.com/office/officeart/2005/8/layout/default"/>
    <dgm:cxn modelId="{A1A3BE63-8F0D-4FE6-B42D-6C5F5CBE9CA2}" srcId="{481FB128-65C2-4D7D-B84F-F25F365537CE}" destId="{BDF376A8-1BA9-4161-A084-C51647B8292B}" srcOrd="2" destOrd="0" parTransId="{D3B2E53D-5498-41C7-AD79-7B034B63CB6B}" sibTransId="{4451EAC6-B740-417A-B2FA-AAE5897E682B}"/>
    <dgm:cxn modelId="{5EA6876A-267E-4113-A845-7C79AE17E493}" type="presOf" srcId="{89FB1200-8357-40A8-A680-64BF7C60B638}" destId="{8C85EBD8-56C9-4FA6-BE04-3E7A4E4DCFBF}" srcOrd="0" destOrd="0" presId="urn:microsoft.com/office/officeart/2005/8/layout/default"/>
    <dgm:cxn modelId="{5E8CC97B-C0B8-47E6-80BE-906AEDF485FD}" srcId="{7B03D1A9-B73A-461E-A7B6-6C81AE49F6BA}" destId="{7C2062F7-5161-4183-88E7-2EA13E5CEC49}" srcOrd="1" destOrd="0" parTransId="{55EC9E93-AACA-41C3-82C8-82CF79C27DB5}" sibTransId="{F727D82C-6C31-4931-94B6-D17F7E6CFFB7}"/>
    <dgm:cxn modelId="{59634D96-5D0F-4DBC-ADDE-124A7615424C}" type="presOf" srcId="{48736A98-8887-404A-93EE-D23DD6D74A40}" destId="{8E14054E-6E46-431D-8FBC-6F01E2C4815F}" srcOrd="0" destOrd="3" presId="urn:microsoft.com/office/officeart/2005/8/layout/default"/>
    <dgm:cxn modelId="{04876397-5499-4EBE-9EB5-91E5AFEB4D34}" srcId="{481FB128-65C2-4D7D-B84F-F25F365537CE}" destId="{EC7A38D7-308C-4375-9CA9-CBFFF14C4C20}" srcOrd="1" destOrd="0" parTransId="{CA6D82F6-4B86-40E1-B5BB-41A0768BEEDE}" sibTransId="{FD45B33F-DD00-4B77-913C-A6DFAD5957B7}"/>
    <dgm:cxn modelId="{B10E179A-4C94-45B7-8D7F-455284E8B316}" srcId="{7B03D1A9-B73A-461E-A7B6-6C81AE49F6BA}" destId="{89FB1200-8357-40A8-A680-64BF7C60B638}" srcOrd="0" destOrd="0" parTransId="{5D348A21-2F69-4893-98D1-FC82F93BF934}" sibTransId="{C1276A1A-6C70-40FC-98AD-5390343BC650}"/>
    <dgm:cxn modelId="{F3A921A5-9223-4FC6-BCEC-FA17E68228A9}" type="presOf" srcId="{BDF376A8-1BA9-4161-A084-C51647B8292B}" destId="{3B426EB3-4F5F-48E1-ACE7-64F10347D054}" srcOrd="0" destOrd="3" presId="urn:microsoft.com/office/officeart/2005/8/layout/default"/>
    <dgm:cxn modelId="{D4BD85A8-0D9A-4CFA-B795-27B4852B5B93}" type="presOf" srcId="{481FB128-65C2-4D7D-B84F-F25F365537CE}" destId="{3B426EB3-4F5F-48E1-ACE7-64F10347D054}" srcOrd="0" destOrd="0" presId="urn:microsoft.com/office/officeart/2005/8/layout/default"/>
    <dgm:cxn modelId="{B981BDA9-84C5-42F1-9520-EB64A02DDE10}" type="presOf" srcId="{EC7A38D7-308C-4375-9CA9-CBFFF14C4C20}" destId="{3B426EB3-4F5F-48E1-ACE7-64F10347D054}" srcOrd="0" destOrd="2" presId="urn:microsoft.com/office/officeart/2005/8/layout/default"/>
    <dgm:cxn modelId="{B7484AAA-DA27-443A-A925-A6ECDC74BFA0}" srcId="{7C2062F7-5161-4183-88E7-2EA13E5CEC49}" destId="{9A3A0172-0D97-477D-8929-08B4A7BFA5FB}" srcOrd="3" destOrd="0" parTransId="{409C2BF6-8843-45AC-A281-14824D24569C}" sibTransId="{2B9F7AFC-627F-463B-B145-96328B3A8550}"/>
    <dgm:cxn modelId="{49A525B2-9D7A-4A0E-875D-DFAFE1F5FC41}" srcId="{7C2062F7-5161-4183-88E7-2EA13E5CEC49}" destId="{48736A98-8887-404A-93EE-D23DD6D74A40}" srcOrd="2" destOrd="0" parTransId="{B748A87B-A59A-4E77-A5C8-6DE9F69716EB}" sibTransId="{FEECF714-BAC5-4673-B808-8864B93A317B}"/>
    <dgm:cxn modelId="{90F2BDB2-0B5D-4D1A-A0D7-513D9189C9D9}" type="presOf" srcId="{7C2062F7-5161-4183-88E7-2EA13E5CEC49}" destId="{8E14054E-6E46-431D-8FBC-6F01E2C4815F}" srcOrd="0" destOrd="0" presId="urn:microsoft.com/office/officeart/2005/8/layout/default"/>
    <dgm:cxn modelId="{308933CE-9111-49C0-A268-4F25683AED6B}" srcId="{7B03D1A9-B73A-461E-A7B6-6C81AE49F6BA}" destId="{481FB128-65C2-4D7D-B84F-F25F365537CE}" srcOrd="2" destOrd="0" parTransId="{6C138DB3-FC0E-4FBB-99C7-69F15CA220F1}" sibTransId="{05C78498-6FCA-465E-9503-F43D0E1187EA}"/>
    <dgm:cxn modelId="{6400CCD4-C188-4DFF-805D-16F9BE2C35B4}" type="presOf" srcId="{241800AE-C12D-49E9-9933-CF41770E068C}" destId="{3B426EB3-4F5F-48E1-ACE7-64F10347D054}" srcOrd="0" destOrd="1" presId="urn:microsoft.com/office/officeart/2005/8/layout/default"/>
    <dgm:cxn modelId="{DF955DFC-A8CE-47E0-A648-677852B5EEB6}" type="presOf" srcId="{9A3A0172-0D97-477D-8929-08B4A7BFA5FB}" destId="{8E14054E-6E46-431D-8FBC-6F01E2C4815F}" srcOrd="0" destOrd="4" presId="urn:microsoft.com/office/officeart/2005/8/layout/default"/>
    <dgm:cxn modelId="{E7B4CEFE-210A-4461-AB9F-8E337A2D866B}" type="presOf" srcId="{3343450F-07FE-4E2F-AD4C-5BB713C90471}" destId="{8E14054E-6E46-431D-8FBC-6F01E2C4815F}" srcOrd="0" destOrd="2" presId="urn:microsoft.com/office/officeart/2005/8/layout/default"/>
    <dgm:cxn modelId="{5473A5F4-0828-4DD7-B68C-942DF50702F0}" type="presParOf" srcId="{CFD31478-BE01-4E85-AA5E-0CC0EE3385EB}" destId="{8C85EBD8-56C9-4FA6-BE04-3E7A4E4DCFBF}" srcOrd="0" destOrd="0" presId="urn:microsoft.com/office/officeart/2005/8/layout/default"/>
    <dgm:cxn modelId="{7CC10B24-3DB8-4359-A2AC-9FC805EB499D}" type="presParOf" srcId="{CFD31478-BE01-4E85-AA5E-0CC0EE3385EB}" destId="{251A3AE4-258A-4D8B-8C7D-DAB7CD409C38}" srcOrd="1" destOrd="0" presId="urn:microsoft.com/office/officeart/2005/8/layout/default"/>
    <dgm:cxn modelId="{FB91F4D8-C7B5-4F62-8D6F-F9856305577E}" type="presParOf" srcId="{CFD31478-BE01-4E85-AA5E-0CC0EE3385EB}" destId="{8E14054E-6E46-431D-8FBC-6F01E2C4815F}" srcOrd="2" destOrd="0" presId="urn:microsoft.com/office/officeart/2005/8/layout/default"/>
    <dgm:cxn modelId="{2596C81D-633A-402E-A21F-683C6BEACDD7}" type="presParOf" srcId="{CFD31478-BE01-4E85-AA5E-0CC0EE3385EB}" destId="{41BE3F4D-084A-4DB5-B422-2C67F656E6DA}" srcOrd="3" destOrd="0" presId="urn:microsoft.com/office/officeart/2005/8/layout/default"/>
    <dgm:cxn modelId="{04F51A4A-E5F8-4409-ACE7-115864588939}" type="presParOf" srcId="{CFD31478-BE01-4E85-AA5E-0CC0EE3385EB}" destId="{3B426EB3-4F5F-48E1-ACE7-64F10347D054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B55147B-BA34-4E45-9FBB-E8C0DBCD6BD7}" type="doc">
      <dgm:prSet loTypeId="urn:microsoft.com/office/officeart/2005/8/layout/cycle1" loCatId="cycle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697C8CF-4BE9-44DD-8835-115C3270E2FF}">
      <dgm:prSet phldr="0"/>
      <dgm:spPr/>
      <dgm:t>
        <a:bodyPr/>
        <a:lstStyle/>
        <a:p>
          <a:r>
            <a:rPr lang="en-US" b="1">
              <a:latin typeface="Neue Haas Grotesk Text Pro"/>
            </a:rPr>
            <a:t>Txt.files</a:t>
          </a:r>
          <a:endParaRPr lang="en-US" b="1"/>
        </a:p>
      </dgm:t>
    </dgm:pt>
    <dgm:pt modelId="{706679D2-E543-406A-B742-5C62EB557083}" type="parTrans" cxnId="{70E19529-0A9F-4945-A39E-E138BB906093}">
      <dgm:prSet/>
      <dgm:spPr/>
      <dgm:t>
        <a:bodyPr/>
        <a:lstStyle/>
        <a:p>
          <a:endParaRPr lang="en-US"/>
        </a:p>
      </dgm:t>
    </dgm:pt>
    <dgm:pt modelId="{27F1ACA8-4D5C-4907-9265-BE92C2A5F306}" type="sibTrans" cxnId="{70E19529-0A9F-4945-A39E-E138BB906093}">
      <dgm:prSet/>
      <dgm:spPr/>
      <dgm:t>
        <a:bodyPr/>
        <a:lstStyle/>
        <a:p>
          <a:endParaRPr lang="en-US"/>
        </a:p>
      </dgm:t>
    </dgm:pt>
    <dgm:pt modelId="{AC66CA01-DEE5-43E2-B61D-18BD694A8FFD}">
      <dgm:prSet/>
      <dgm:spPr/>
      <dgm:t>
        <a:bodyPr/>
        <a:lstStyle/>
        <a:p>
          <a:r>
            <a:rPr lang="en-US"/>
            <a:t>HashMap&lt;String, </a:t>
          </a:r>
          <a:r>
            <a:rPr lang="en-US" err="1"/>
            <a:t>ClientHandler</a:t>
          </a:r>
          <a:r>
            <a:rPr lang="en-US"/>
            <a:t>&gt; — online users</a:t>
          </a:r>
        </a:p>
      </dgm:t>
    </dgm:pt>
    <dgm:pt modelId="{925BBA6C-748D-458B-B375-0AC13E08AA71}" type="parTrans" cxnId="{F08AB504-1389-4739-9339-937E8FE6E0A7}">
      <dgm:prSet/>
      <dgm:spPr/>
      <dgm:t>
        <a:bodyPr/>
        <a:lstStyle/>
        <a:p>
          <a:endParaRPr lang="en-US"/>
        </a:p>
      </dgm:t>
    </dgm:pt>
    <dgm:pt modelId="{66502826-FE86-4DF6-9487-5BB76D7657C1}" type="sibTrans" cxnId="{F08AB504-1389-4739-9339-937E8FE6E0A7}">
      <dgm:prSet/>
      <dgm:spPr/>
      <dgm:t>
        <a:bodyPr/>
        <a:lstStyle/>
        <a:p>
          <a:endParaRPr lang="en-US"/>
        </a:p>
      </dgm:t>
    </dgm:pt>
    <dgm:pt modelId="{193A4A5E-E3C3-4EF3-AA67-8F1E19C325E4}">
      <dgm:prSet/>
      <dgm:spPr/>
      <dgm:t>
        <a:bodyPr/>
        <a:lstStyle/>
        <a:p>
          <a:r>
            <a:rPr lang="en-US"/>
            <a:t>HashMap&lt;String, User&gt; — stored accounts</a:t>
          </a:r>
        </a:p>
      </dgm:t>
    </dgm:pt>
    <dgm:pt modelId="{0B0A1710-A9BC-465D-878C-995B05F23788}" type="parTrans" cxnId="{918507A3-CE14-45E1-8C73-49C634503B06}">
      <dgm:prSet/>
      <dgm:spPr/>
      <dgm:t>
        <a:bodyPr/>
        <a:lstStyle/>
        <a:p>
          <a:endParaRPr lang="en-US"/>
        </a:p>
      </dgm:t>
    </dgm:pt>
    <dgm:pt modelId="{7E87E507-0C56-40CC-AF14-EC6122112506}" type="sibTrans" cxnId="{918507A3-CE14-45E1-8C73-49C634503B06}">
      <dgm:prSet/>
      <dgm:spPr/>
      <dgm:t>
        <a:bodyPr/>
        <a:lstStyle/>
        <a:p>
          <a:endParaRPr lang="en-US"/>
        </a:p>
      </dgm:t>
    </dgm:pt>
    <dgm:pt modelId="{F0310709-03E5-4D78-9041-25C473BAF5B2}">
      <dgm:prSet/>
      <dgm:spPr/>
      <dgm:t>
        <a:bodyPr/>
        <a:lstStyle/>
        <a:p>
          <a:r>
            <a:rPr lang="en-US" err="1"/>
            <a:t>ArrayList</a:t>
          </a:r>
          <a:r>
            <a:rPr lang="en-US"/>
            <a:t>&lt;String&gt; — history buffer</a:t>
          </a:r>
        </a:p>
      </dgm:t>
    </dgm:pt>
    <dgm:pt modelId="{F5F9A9FC-EF6E-48E1-B2B8-56DCF6D7BF57}" type="parTrans" cxnId="{96EACA04-FA36-4DC2-939F-7EBA04758EEF}">
      <dgm:prSet/>
      <dgm:spPr/>
      <dgm:t>
        <a:bodyPr/>
        <a:lstStyle/>
        <a:p>
          <a:endParaRPr lang="en-US"/>
        </a:p>
      </dgm:t>
    </dgm:pt>
    <dgm:pt modelId="{E1FB2D01-7460-4C92-A010-0294B39D5850}" type="sibTrans" cxnId="{96EACA04-FA36-4DC2-939F-7EBA04758EEF}">
      <dgm:prSet/>
      <dgm:spPr/>
      <dgm:t>
        <a:bodyPr/>
        <a:lstStyle/>
        <a:p>
          <a:endParaRPr lang="en-US"/>
        </a:p>
      </dgm:t>
    </dgm:pt>
    <dgm:pt modelId="{D6B80DF1-08FF-462A-9F18-4732E1034BAF}">
      <dgm:prSet/>
      <dgm:spPr/>
      <dgm:t>
        <a:bodyPr/>
        <a:lstStyle/>
        <a:p>
          <a:r>
            <a:rPr lang="en-US" err="1"/>
            <a:t>ExecutorService</a:t>
          </a:r>
          <a:r>
            <a:rPr lang="en-US"/>
            <a:t> — async AI tasks</a:t>
          </a:r>
        </a:p>
      </dgm:t>
    </dgm:pt>
    <dgm:pt modelId="{EA41F0E4-D7FF-4AFE-8556-76CAE4E047BC}" type="parTrans" cxnId="{0A79613C-1B2D-4D94-AD51-D17F6C8D1BAB}">
      <dgm:prSet/>
      <dgm:spPr/>
      <dgm:t>
        <a:bodyPr/>
        <a:lstStyle/>
        <a:p>
          <a:endParaRPr lang="en-US"/>
        </a:p>
      </dgm:t>
    </dgm:pt>
    <dgm:pt modelId="{756B8FBA-51B1-4529-AA4B-ECA30C6A6481}" type="sibTrans" cxnId="{0A79613C-1B2D-4D94-AD51-D17F6C8D1BAB}">
      <dgm:prSet/>
      <dgm:spPr/>
      <dgm:t>
        <a:bodyPr/>
        <a:lstStyle/>
        <a:p>
          <a:endParaRPr lang="en-US"/>
        </a:p>
      </dgm:t>
    </dgm:pt>
    <dgm:pt modelId="{34CCEAAD-8B2A-4EDC-80B4-F9BA86969BD6}">
      <dgm:prSet/>
      <dgm:spPr/>
      <dgm:t>
        <a:bodyPr/>
        <a:lstStyle/>
        <a:p>
          <a:r>
            <a:rPr lang="en-US"/>
            <a:t>CSV logs — persistent storage</a:t>
          </a:r>
        </a:p>
      </dgm:t>
    </dgm:pt>
    <dgm:pt modelId="{D801F5CA-4BC5-4A30-98B4-7170FBC50CC8}" type="parTrans" cxnId="{63A08A2B-75EC-4FED-BE5E-95CB0A596C33}">
      <dgm:prSet/>
      <dgm:spPr/>
      <dgm:t>
        <a:bodyPr/>
        <a:lstStyle/>
        <a:p>
          <a:endParaRPr lang="en-US"/>
        </a:p>
      </dgm:t>
    </dgm:pt>
    <dgm:pt modelId="{A342F284-DC2D-43D0-884E-47F5E5DA6B09}" type="sibTrans" cxnId="{63A08A2B-75EC-4FED-BE5E-95CB0A596C33}">
      <dgm:prSet/>
      <dgm:spPr/>
      <dgm:t>
        <a:bodyPr/>
        <a:lstStyle/>
        <a:p>
          <a:endParaRPr lang="en-US"/>
        </a:p>
      </dgm:t>
    </dgm:pt>
    <dgm:pt modelId="{AB9ECE70-E45D-4E09-BC1A-2ADB9A0A6901}">
      <dgm:prSet/>
      <dgm:spPr/>
      <dgm:t>
        <a:bodyPr/>
        <a:lstStyle/>
        <a:p>
          <a:r>
            <a:rPr lang="en-US"/>
            <a:t>Each structure was selected for </a:t>
          </a:r>
          <a:r>
            <a:rPr lang="en-US" b="1"/>
            <a:t>speed</a:t>
          </a:r>
          <a:r>
            <a:rPr lang="en-US"/>
            <a:t>, </a:t>
          </a:r>
          <a:r>
            <a:rPr lang="en-US" b="1"/>
            <a:t>memory efficiency</a:t>
          </a:r>
          <a:r>
            <a:rPr lang="en-US"/>
            <a:t>, and </a:t>
          </a:r>
          <a:r>
            <a:rPr lang="en-US" b="1"/>
            <a:t>thread safety</a:t>
          </a:r>
          <a:r>
            <a:rPr lang="en-US"/>
            <a:t>.</a:t>
          </a:r>
        </a:p>
      </dgm:t>
    </dgm:pt>
    <dgm:pt modelId="{ED95C087-BD05-4A11-99CD-980A25071F4D}" type="parTrans" cxnId="{48BA93F9-8D7C-417B-B529-928D7B6FC3E1}">
      <dgm:prSet/>
      <dgm:spPr/>
      <dgm:t>
        <a:bodyPr/>
        <a:lstStyle/>
        <a:p>
          <a:endParaRPr lang="en-US"/>
        </a:p>
      </dgm:t>
    </dgm:pt>
    <dgm:pt modelId="{7AF4FA0C-1AC1-4623-9A17-3D9A86A5FBFE}" type="sibTrans" cxnId="{48BA93F9-8D7C-417B-B529-928D7B6FC3E1}">
      <dgm:prSet/>
      <dgm:spPr/>
      <dgm:t>
        <a:bodyPr/>
        <a:lstStyle/>
        <a:p>
          <a:endParaRPr lang="en-US"/>
        </a:p>
      </dgm:t>
    </dgm:pt>
    <dgm:pt modelId="{86B39938-2C1B-45BA-8DD0-D937B4D4A182}" type="pres">
      <dgm:prSet presAssocID="{FB55147B-BA34-4E45-9FBB-E8C0DBCD6BD7}" presName="cycle" presStyleCnt="0">
        <dgm:presLayoutVars>
          <dgm:dir/>
          <dgm:resizeHandles val="exact"/>
        </dgm:presLayoutVars>
      </dgm:prSet>
      <dgm:spPr/>
    </dgm:pt>
    <dgm:pt modelId="{6933D88C-8E8E-460B-B85F-10C1B795349D}" type="pres">
      <dgm:prSet presAssocID="{9697C8CF-4BE9-44DD-8835-115C3270E2FF}" presName="dummy" presStyleCnt="0"/>
      <dgm:spPr/>
    </dgm:pt>
    <dgm:pt modelId="{BD70C195-408C-4AE4-A391-DD8C64450612}" type="pres">
      <dgm:prSet presAssocID="{9697C8CF-4BE9-44DD-8835-115C3270E2FF}" presName="node" presStyleLbl="revTx" presStyleIdx="0" presStyleCnt="7">
        <dgm:presLayoutVars>
          <dgm:bulletEnabled val="1"/>
        </dgm:presLayoutVars>
      </dgm:prSet>
      <dgm:spPr/>
    </dgm:pt>
    <dgm:pt modelId="{F990F405-B0B0-4E8C-8420-A91E22DC919C}" type="pres">
      <dgm:prSet presAssocID="{27F1ACA8-4D5C-4907-9265-BE92C2A5F306}" presName="sibTrans" presStyleLbl="node1" presStyleIdx="0" presStyleCnt="7"/>
      <dgm:spPr/>
    </dgm:pt>
    <dgm:pt modelId="{AECF3034-D681-4608-8AEE-98A7484CCAB0}" type="pres">
      <dgm:prSet presAssocID="{AC66CA01-DEE5-43E2-B61D-18BD694A8FFD}" presName="dummy" presStyleCnt="0"/>
      <dgm:spPr/>
    </dgm:pt>
    <dgm:pt modelId="{CD4B12C1-856D-4784-AA73-865E3BEF53AA}" type="pres">
      <dgm:prSet presAssocID="{AC66CA01-DEE5-43E2-B61D-18BD694A8FFD}" presName="node" presStyleLbl="revTx" presStyleIdx="1" presStyleCnt="7">
        <dgm:presLayoutVars>
          <dgm:bulletEnabled val="1"/>
        </dgm:presLayoutVars>
      </dgm:prSet>
      <dgm:spPr/>
    </dgm:pt>
    <dgm:pt modelId="{08849768-9A05-4545-8649-7405D4E3B0B1}" type="pres">
      <dgm:prSet presAssocID="{66502826-FE86-4DF6-9487-5BB76D7657C1}" presName="sibTrans" presStyleLbl="node1" presStyleIdx="1" presStyleCnt="7"/>
      <dgm:spPr/>
    </dgm:pt>
    <dgm:pt modelId="{12BD0A53-4B98-4C83-910E-F68DA6EE3447}" type="pres">
      <dgm:prSet presAssocID="{193A4A5E-E3C3-4EF3-AA67-8F1E19C325E4}" presName="dummy" presStyleCnt="0"/>
      <dgm:spPr/>
    </dgm:pt>
    <dgm:pt modelId="{46104658-CEB2-4FD1-8F9F-B7BCACE4750C}" type="pres">
      <dgm:prSet presAssocID="{193A4A5E-E3C3-4EF3-AA67-8F1E19C325E4}" presName="node" presStyleLbl="revTx" presStyleIdx="2" presStyleCnt="7">
        <dgm:presLayoutVars>
          <dgm:bulletEnabled val="1"/>
        </dgm:presLayoutVars>
      </dgm:prSet>
      <dgm:spPr/>
    </dgm:pt>
    <dgm:pt modelId="{D9A0C35B-E426-4951-86D0-286238BD3F2F}" type="pres">
      <dgm:prSet presAssocID="{7E87E507-0C56-40CC-AF14-EC6122112506}" presName="sibTrans" presStyleLbl="node1" presStyleIdx="2" presStyleCnt="7"/>
      <dgm:spPr/>
    </dgm:pt>
    <dgm:pt modelId="{A83F3AAB-C0A0-4876-8274-4F566AF4FFC5}" type="pres">
      <dgm:prSet presAssocID="{F0310709-03E5-4D78-9041-25C473BAF5B2}" presName="dummy" presStyleCnt="0"/>
      <dgm:spPr/>
    </dgm:pt>
    <dgm:pt modelId="{D8962615-0556-43A7-B1AC-4316B9D3A9B0}" type="pres">
      <dgm:prSet presAssocID="{F0310709-03E5-4D78-9041-25C473BAF5B2}" presName="node" presStyleLbl="revTx" presStyleIdx="3" presStyleCnt="7">
        <dgm:presLayoutVars>
          <dgm:bulletEnabled val="1"/>
        </dgm:presLayoutVars>
      </dgm:prSet>
      <dgm:spPr/>
    </dgm:pt>
    <dgm:pt modelId="{D1BE2233-B1A1-4176-8A93-A562F4896B25}" type="pres">
      <dgm:prSet presAssocID="{E1FB2D01-7460-4C92-A010-0294B39D5850}" presName="sibTrans" presStyleLbl="node1" presStyleIdx="3" presStyleCnt="7"/>
      <dgm:spPr/>
    </dgm:pt>
    <dgm:pt modelId="{77E936CC-F215-43CA-84FB-E249F837E7C4}" type="pres">
      <dgm:prSet presAssocID="{D6B80DF1-08FF-462A-9F18-4732E1034BAF}" presName="dummy" presStyleCnt="0"/>
      <dgm:spPr/>
    </dgm:pt>
    <dgm:pt modelId="{4974F000-389B-4B0D-9345-5EA440984B41}" type="pres">
      <dgm:prSet presAssocID="{D6B80DF1-08FF-462A-9F18-4732E1034BAF}" presName="node" presStyleLbl="revTx" presStyleIdx="4" presStyleCnt="7">
        <dgm:presLayoutVars>
          <dgm:bulletEnabled val="1"/>
        </dgm:presLayoutVars>
      </dgm:prSet>
      <dgm:spPr/>
    </dgm:pt>
    <dgm:pt modelId="{C027B948-1B2B-4628-9872-9CC162EA09FA}" type="pres">
      <dgm:prSet presAssocID="{756B8FBA-51B1-4529-AA4B-ECA30C6A6481}" presName="sibTrans" presStyleLbl="node1" presStyleIdx="4" presStyleCnt="7"/>
      <dgm:spPr/>
    </dgm:pt>
    <dgm:pt modelId="{D5DA97C7-F368-4CD1-8E0E-BB46F9399FE0}" type="pres">
      <dgm:prSet presAssocID="{34CCEAAD-8B2A-4EDC-80B4-F9BA86969BD6}" presName="dummy" presStyleCnt="0"/>
      <dgm:spPr/>
    </dgm:pt>
    <dgm:pt modelId="{07438F9E-2168-49D6-8144-293BA1CF8A44}" type="pres">
      <dgm:prSet presAssocID="{34CCEAAD-8B2A-4EDC-80B4-F9BA86969BD6}" presName="node" presStyleLbl="revTx" presStyleIdx="5" presStyleCnt="7">
        <dgm:presLayoutVars>
          <dgm:bulletEnabled val="1"/>
        </dgm:presLayoutVars>
      </dgm:prSet>
      <dgm:spPr/>
    </dgm:pt>
    <dgm:pt modelId="{5DB2D62A-1A6A-44D2-9B68-DE90E3718035}" type="pres">
      <dgm:prSet presAssocID="{A342F284-DC2D-43D0-884E-47F5E5DA6B09}" presName="sibTrans" presStyleLbl="node1" presStyleIdx="5" presStyleCnt="7"/>
      <dgm:spPr/>
    </dgm:pt>
    <dgm:pt modelId="{58CDDCBB-657D-4ADD-9EC6-D5E939F9C9CD}" type="pres">
      <dgm:prSet presAssocID="{AB9ECE70-E45D-4E09-BC1A-2ADB9A0A6901}" presName="dummy" presStyleCnt="0"/>
      <dgm:spPr/>
    </dgm:pt>
    <dgm:pt modelId="{CA64D4C2-2663-49E8-B6A1-C03F3AA9C0FC}" type="pres">
      <dgm:prSet presAssocID="{AB9ECE70-E45D-4E09-BC1A-2ADB9A0A6901}" presName="node" presStyleLbl="revTx" presStyleIdx="6" presStyleCnt="7">
        <dgm:presLayoutVars>
          <dgm:bulletEnabled val="1"/>
        </dgm:presLayoutVars>
      </dgm:prSet>
      <dgm:spPr/>
    </dgm:pt>
    <dgm:pt modelId="{3BB0A034-FF84-4481-964A-05B85B8E2F88}" type="pres">
      <dgm:prSet presAssocID="{7AF4FA0C-1AC1-4623-9A17-3D9A86A5FBFE}" presName="sibTrans" presStyleLbl="node1" presStyleIdx="6" presStyleCnt="7"/>
      <dgm:spPr/>
    </dgm:pt>
  </dgm:ptLst>
  <dgm:cxnLst>
    <dgm:cxn modelId="{F08AB504-1389-4739-9339-937E8FE6E0A7}" srcId="{FB55147B-BA34-4E45-9FBB-E8C0DBCD6BD7}" destId="{AC66CA01-DEE5-43E2-B61D-18BD694A8FFD}" srcOrd="1" destOrd="0" parTransId="{925BBA6C-748D-458B-B375-0AC13E08AA71}" sibTransId="{66502826-FE86-4DF6-9487-5BB76D7657C1}"/>
    <dgm:cxn modelId="{96EACA04-FA36-4DC2-939F-7EBA04758EEF}" srcId="{FB55147B-BA34-4E45-9FBB-E8C0DBCD6BD7}" destId="{F0310709-03E5-4D78-9041-25C473BAF5B2}" srcOrd="3" destOrd="0" parTransId="{F5F9A9FC-EF6E-48E1-B2B8-56DCF6D7BF57}" sibTransId="{E1FB2D01-7460-4C92-A010-0294B39D5850}"/>
    <dgm:cxn modelId="{3A872221-1E09-498F-A72E-D447B0D7D5EF}" type="presOf" srcId="{756B8FBA-51B1-4529-AA4B-ECA30C6A6481}" destId="{C027B948-1B2B-4628-9872-9CC162EA09FA}" srcOrd="0" destOrd="0" presId="urn:microsoft.com/office/officeart/2005/8/layout/cycle1"/>
    <dgm:cxn modelId="{70E19529-0A9F-4945-A39E-E138BB906093}" srcId="{FB55147B-BA34-4E45-9FBB-E8C0DBCD6BD7}" destId="{9697C8CF-4BE9-44DD-8835-115C3270E2FF}" srcOrd="0" destOrd="0" parTransId="{706679D2-E543-406A-B742-5C62EB557083}" sibTransId="{27F1ACA8-4D5C-4907-9265-BE92C2A5F306}"/>
    <dgm:cxn modelId="{63A08A2B-75EC-4FED-BE5E-95CB0A596C33}" srcId="{FB55147B-BA34-4E45-9FBB-E8C0DBCD6BD7}" destId="{34CCEAAD-8B2A-4EDC-80B4-F9BA86969BD6}" srcOrd="5" destOrd="0" parTransId="{D801F5CA-4BC5-4A30-98B4-7170FBC50CC8}" sibTransId="{A342F284-DC2D-43D0-884E-47F5E5DA6B09}"/>
    <dgm:cxn modelId="{3F7CF62C-ECC5-4801-8C14-4E97EC2B2D72}" type="presOf" srcId="{7AF4FA0C-1AC1-4623-9A17-3D9A86A5FBFE}" destId="{3BB0A034-FF84-4481-964A-05B85B8E2F88}" srcOrd="0" destOrd="0" presId="urn:microsoft.com/office/officeart/2005/8/layout/cycle1"/>
    <dgm:cxn modelId="{0A79613C-1B2D-4D94-AD51-D17F6C8D1BAB}" srcId="{FB55147B-BA34-4E45-9FBB-E8C0DBCD6BD7}" destId="{D6B80DF1-08FF-462A-9F18-4732E1034BAF}" srcOrd="4" destOrd="0" parTransId="{EA41F0E4-D7FF-4AFE-8556-76CAE4E047BC}" sibTransId="{756B8FBA-51B1-4529-AA4B-ECA30C6A6481}"/>
    <dgm:cxn modelId="{638BD364-05AD-48D9-9236-F472894FF412}" type="presOf" srcId="{66502826-FE86-4DF6-9487-5BB76D7657C1}" destId="{08849768-9A05-4545-8649-7405D4E3B0B1}" srcOrd="0" destOrd="0" presId="urn:microsoft.com/office/officeart/2005/8/layout/cycle1"/>
    <dgm:cxn modelId="{F773AB45-6E95-4CB9-92D1-50CBE646BF63}" type="presOf" srcId="{FB55147B-BA34-4E45-9FBB-E8C0DBCD6BD7}" destId="{86B39938-2C1B-45BA-8DD0-D937B4D4A182}" srcOrd="0" destOrd="0" presId="urn:microsoft.com/office/officeart/2005/8/layout/cycle1"/>
    <dgm:cxn modelId="{5DC8AC67-53DD-465B-9B97-0ED4671FECB0}" type="presOf" srcId="{AC66CA01-DEE5-43E2-B61D-18BD694A8FFD}" destId="{CD4B12C1-856D-4784-AA73-865E3BEF53AA}" srcOrd="0" destOrd="0" presId="urn:microsoft.com/office/officeart/2005/8/layout/cycle1"/>
    <dgm:cxn modelId="{5321446F-2F9C-4D62-AAC2-FF39494E8341}" type="presOf" srcId="{D6B80DF1-08FF-462A-9F18-4732E1034BAF}" destId="{4974F000-389B-4B0D-9345-5EA440984B41}" srcOrd="0" destOrd="0" presId="urn:microsoft.com/office/officeart/2005/8/layout/cycle1"/>
    <dgm:cxn modelId="{ED3DBA6F-4634-4E11-B15A-EF58E9B97F32}" type="presOf" srcId="{F0310709-03E5-4D78-9041-25C473BAF5B2}" destId="{D8962615-0556-43A7-B1AC-4316B9D3A9B0}" srcOrd="0" destOrd="0" presId="urn:microsoft.com/office/officeart/2005/8/layout/cycle1"/>
    <dgm:cxn modelId="{11D47B77-5495-4E65-861E-6B315971CEAB}" type="presOf" srcId="{34CCEAAD-8B2A-4EDC-80B4-F9BA86969BD6}" destId="{07438F9E-2168-49D6-8144-293BA1CF8A44}" srcOrd="0" destOrd="0" presId="urn:microsoft.com/office/officeart/2005/8/layout/cycle1"/>
    <dgm:cxn modelId="{59CE8B8A-EC66-4CD1-B12A-574A47A1E2CA}" type="presOf" srcId="{A342F284-DC2D-43D0-884E-47F5E5DA6B09}" destId="{5DB2D62A-1A6A-44D2-9B68-DE90E3718035}" srcOrd="0" destOrd="0" presId="urn:microsoft.com/office/officeart/2005/8/layout/cycle1"/>
    <dgm:cxn modelId="{918507A3-CE14-45E1-8C73-49C634503B06}" srcId="{FB55147B-BA34-4E45-9FBB-E8C0DBCD6BD7}" destId="{193A4A5E-E3C3-4EF3-AA67-8F1E19C325E4}" srcOrd="2" destOrd="0" parTransId="{0B0A1710-A9BC-465D-878C-995B05F23788}" sibTransId="{7E87E507-0C56-40CC-AF14-EC6122112506}"/>
    <dgm:cxn modelId="{C70508B0-8539-467F-BD9C-C2C9630A37A6}" type="presOf" srcId="{E1FB2D01-7460-4C92-A010-0294B39D5850}" destId="{D1BE2233-B1A1-4176-8A93-A562F4896B25}" srcOrd="0" destOrd="0" presId="urn:microsoft.com/office/officeart/2005/8/layout/cycle1"/>
    <dgm:cxn modelId="{9F40B8BF-B3D6-4005-AC7C-066129ED744F}" type="presOf" srcId="{27F1ACA8-4D5C-4907-9265-BE92C2A5F306}" destId="{F990F405-B0B0-4E8C-8420-A91E22DC919C}" srcOrd="0" destOrd="0" presId="urn:microsoft.com/office/officeart/2005/8/layout/cycle1"/>
    <dgm:cxn modelId="{C7F118D4-95B7-4656-8AA5-1A6911B15BBC}" type="presOf" srcId="{193A4A5E-E3C3-4EF3-AA67-8F1E19C325E4}" destId="{46104658-CEB2-4FD1-8F9F-B7BCACE4750C}" srcOrd="0" destOrd="0" presId="urn:microsoft.com/office/officeart/2005/8/layout/cycle1"/>
    <dgm:cxn modelId="{EB46F5E9-6064-4AEC-B9BD-3F4C0F9F4AA0}" type="presOf" srcId="{9697C8CF-4BE9-44DD-8835-115C3270E2FF}" destId="{BD70C195-408C-4AE4-A391-DD8C64450612}" srcOrd="0" destOrd="0" presId="urn:microsoft.com/office/officeart/2005/8/layout/cycle1"/>
    <dgm:cxn modelId="{CE1B5DF3-9E92-46CA-9BEC-D8D12C485CED}" type="presOf" srcId="{AB9ECE70-E45D-4E09-BC1A-2ADB9A0A6901}" destId="{CA64D4C2-2663-49E8-B6A1-C03F3AA9C0FC}" srcOrd="0" destOrd="0" presId="urn:microsoft.com/office/officeart/2005/8/layout/cycle1"/>
    <dgm:cxn modelId="{4D7A61F5-3849-4930-BC7C-366BF0378EA4}" type="presOf" srcId="{7E87E507-0C56-40CC-AF14-EC6122112506}" destId="{D9A0C35B-E426-4951-86D0-286238BD3F2F}" srcOrd="0" destOrd="0" presId="urn:microsoft.com/office/officeart/2005/8/layout/cycle1"/>
    <dgm:cxn modelId="{48BA93F9-8D7C-417B-B529-928D7B6FC3E1}" srcId="{FB55147B-BA34-4E45-9FBB-E8C0DBCD6BD7}" destId="{AB9ECE70-E45D-4E09-BC1A-2ADB9A0A6901}" srcOrd="6" destOrd="0" parTransId="{ED95C087-BD05-4A11-99CD-980A25071F4D}" sibTransId="{7AF4FA0C-1AC1-4623-9A17-3D9A86A5FBFE}"/>
    <dgm:cxn modelId="{9DF54A09-9A14-431E-AF71-A8A6E697B22D}" type="presParOf" srcId="{86B39938-2C1B-45BA-8DD0-D937B4D4A182}" destId="{6933D88C-8E8E-460B-B85F-10C1B795349D}" srcOrd="0" destOrd="0" presId="urn:microsoft.com/office/officeart/2005/8/layout/cycle1"/>
    <dgm:cxn modelId="{7D6F10F1-138D-4371-B2E4-965529799E83}" type="presParOf" srcId="{86B39938-2C1B-45BA-8DD0-D937B4D4A182}" destId="{BD70C195-408C-4AE4-A391-DD8C64450612}" srcOrd="1" destOrd="0" presId="urn:microsoft.com/office/officeart/2005/8/layout/cycle1"/>
    <dgm:cxn modelId="{DE7B22B8-D400-46CE-8E38-16865384DCD6}" type="presParOf" srcId="{86B39938-2C1B-45BA-8DD0-D937B4D4A182}" destId="{F990F405-B0B0-4E8C-8420-A91E22DC919C}" srcOrd="2" destOrd="0" presId="urn:microsoft.com/office/officeart/2005/8/layout/cycle1"/>
    <dgm:cxn modelId="{FDA54CA6-02A3-43BE-93BF-96F2668AA175}" type="presParOf" srcId="{86B39938-2C1B-45BA-8DD0-D937B4D4A182}" destId="{AECF3034-D681-4608-8AEE-98A7484CCAB0}" srcOrd="3" destOrd="0" presId="urn:microsoft.com/office/officeart/2005/8/layout/cycle1"/>
    <dgm:cxn modelId="{E76E4E40-9D87-4C57-8545-4CD4E1CC4FB9}" type="presParOf" srcId="{86B39938-2C1B-45BA-8DD0-D937B4D4A182}" destId="{CD4B12C1-856D-4784-AA73-865E3BEF53AA}" srcOrd="4" destOrd="0" presId="urn:microsoft.com/office/officeart/2005/8/layout/cycle1"/>
    <dgm:cxn modelId="{85F2901B-5ACF-4E5B-AED3-42352659F318}" type="presParOf" srcId="{86B39938-2C1B-45BA-8DD0-D937B4D4A182}" destId="{08849768-9A05-4545-8649-7405D4E3B0B1}" srcOrd="5" destOrd="0" presId="urn:microsoft.com/office/officeart/2005/8/layout/cycle1"/>
    <dgm:cxn modelId="{D11B213D-902E-4744-8A71-938194279FE1}" type="presParOf" srcId="{86B39938-2C1B-45BA-8DD0-D937B4D4A182}" destId="{12BD0A53-4B98-4C83-910E-F68DA6EE3447}" srcOrd="6" destOrd="0" presId="urn:microsoft.com/office/officeart/2005/8/layout/cycle1"/>
    <dgm:cxn modelId="{A573D7D6-59B6-4EB6-97EC-98D997D5FEB7}" type="presParOf" srcId="{86B39938-2C1B-45BA-8DD0-D937B4D4A182}" destId="{46104658-CEB2-4FD1-8F9F-B7BCACE4750C}" srcOrd="7" destOrd="0" presId="urn:microsoft.com/office/officeart/2005/8/layout/cycle1"/>
    <dgm:cxn modelId="{D699E92D-374C-42C1-A9D6-924BBBE20E34}" type="presParOf" srcId="{86B39938-2C1B-45BA-8DD0-D937B4D4A182}" destId="{D9A0C35B-E426-4951-86D0-286238BD3F2F}" srcOrd="8" destOrd="0" presId="urn:microsoft.com/office/officeart/2005/8/layout/cycle1"/>
    <dgm:cxn modelId="{35B34910-AD87-4F09-A280-3AAC16C228B0}" type="presParOf" srcId="{86B39938-2C1B-45BA-8DD0-D937B4D4A182}" destId="{A83F3AAB-C0A0-4876-8274-4F566AF4FFC5}" srcOrd="9" destOrd="0" presId="urn:microsoft.com/office/officeart/2005/8/layout/cycle1"/>
    <dgm:cxn modelId="{84305509-9556-4009-8731-49BA857B8906}" type="presParOf" srcId="{86B39938-2C1B-45BA-8DD0-D937B4D4A182}" destId="{D8962615-0556-43A7-B1AC-4316B9D3A9B0}" srcOrd="10" destOrd="0" presId="urn:microsoft.com/office/officeart/2005/8/layout/cycle1"/>
    <dgm:cxn modelId="{E82BB483-BA6A-42E3-9739-B90C118810BE}" type="presParOf" srcId="{86B39938-2C1B-45BA-8DD0-D937B4D4A182}" destId="{D1BE2233-B1A1-4176-8A93-A562F4896B25}" srcOrd="11" destOrd="0" presId="urn:microsoft.com/office/officeart/2005/8/layout/cycle1"/>
    <dgm:cxn modelId="{B079A875-FBD2-4AB7-AC53-0BBA1D329EF8}" type="presParOf" srcId="{86B39938-2C1B-45BA-8DD0-D937B4D4A182}" destId="{77E936CC-F215-43CA-84FB-E249F837E7C4}" srcOrd="12" destOrd="0" presId="urn:microsoft.com/office/officeart/2005/8/layout/cycle1"/>
    <dgm:cxn modelId="{BF9C20D5-25B5-48D1-A713-1AD24700E2E2}" type="presParOf" srcId="{86B39938-2C1B-45BA-8DD0-D937B4D4A182}" destId="{4974F000-389B-4B0D-9345-5EA440984B41}" srcOrd="13" destOrd="0" presId="urn:microsoft.com/office/officeart/2005/8/layout/cycle1"/>
    <dgm:cxn modelId="{BD33FF38-F691-4FAF-9E82-EDC603C78843}" type="presParOf" srcId="{86B39938-2C1B-45BA-8DD0-D937B4D4A182}" destId="{C027B948-1B2B-4628-9872-9CC162EA09FA}" srcOrd="14" destOrd="0" presId="urn:microsoft.com/office/officeart/2005/8/layout/cycle1"/>
    <dgm:cxn modelId="{D40B1902-46BD-45D5-9896-63CBA4E04281}" type="presParOf" srcId="{86B39938-2C1B-45BA-8DD0-D937B4D4A182}" destId="{D5DA97C7-F368-4CD1-8E0E-BB46F9399FE0}" srcOrd="15" destOrd="0" presId="urn:microsoft.com/office/officeart/2005/8/layout/cycle1"/>
    <dgm:cxn modelId="{332E34EC-702C-4497-AC28-19D6CB482DB1}" type="presParOf" srcId="{86B39938-2C1B-45BA-8DD0-D937B4D4A182}" destId="{07438F9E-2168-49D6-8144-293BA1CF8A44}" srcOrd="16" destOrd="0" presId="urn:microsoft.com/office/officeart/2005/8/layout/cycle1"/>
    <dgm:cxn modelId="{72D4CA57-D78E-40E3-AE9E-936FA461235D}" type="presParOf" srcId="{86B39938-2C1B-45BA-8DD0-D937B4D4A182}" destId="{5DB2D62A-1A6A-44D2-9B68-DE90E3718035}" srcOrd="17" destOrd="0" presId="urn:microsoft.com/office/officeart/2005/8/layout/cycle1"/>
    <dgm:cxn modelId="{CDC58A85-59CC-4AEC-AE68-F1E754F9248E}" type="presParOf" srcId="{86B39938-2C1B-45BA-8DD0-D937B4D4A182}" destId="{58CDDCBB-657D-4ADD-9EC6-D5E939F9C9CD}" srcOrd="18" destOrd="0" presId="urn:microsoft.com/office/officeart/2005/8/layout/cycle1"/>
    <dgm:cxn modelId="{A30800E4-176B-42FA-845D-FF0A1B2E23EF}" type="presParOf" srcId="{86B39938-2C1B-45BA-8DD0-D937B4D4A182}" destId="{CA64D4C2-2663-49E8-B6A1-C03F3AA9C0FC}" srcOrd="19" destOrd="0" presId="urn:microsoft.com/office/officeart/2005/8/layout/cycle1"/>
    <dgm:cxn modelId="{920A1FA1-F747-4836-941C-1B010C889F39}" type="presParOf" srcId="{86B39938-2C1B-45BA-8DD0-D937B4D4A182}" destId="{3BB0A034-FF84-4481-964A-05B85B8E2F88}" srcOrd="20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AD68BCC-6140-460E-8391-3998A58ABCF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FF85A9-324F-47C1-9F08-309369B136E3}">
      <dgm:prSet/>
      <dgm:spPr/>
      <dgm:t>
        <a:bodyPr/>
        <a:lstStyle/>
        <a:p>
          <a:r>
            <a:rPr lang="en-US"/>
            <a:t>✅ </a:t>
          </a:r>
          <a:r>
            <a:rPr lang="en-US" b="1"/>
            <a:t>Conclusion</a:t>
          </a:r>
          <a:endParaRPr lang="en-US"/>
        </a:p>
      </dgm:t>
    </dgm:pt>
    <dgm:pt modelId="{44E91BB6-EA24-44AA-96F0-42AB50C5C9C9}" type="parTrans" cxnId="{4ED2D415-0678-45D4-9D88-6FFF93125F42}">
      <dgm:prSet/>
      <dgm:spPr/>
      <dgm:t>
        <a:bodyPr/>
        <a:lstStyle/>
        <a:p>
          <a:endParaRPr lang="en-US"/>
        </a:p>
      </dgm:t>
    </dgm:pt>
    <dgm:pt modelId="{53464968-11E4-4BC5-AAF3-73C641C86284}" type="sibTrans" cxnId="{4ED2D415-0678-45D4-9D88-6FFF93125F42}">
      <dgm:prSet/>
      <dgm:spPr/>
      <dgm:t>
        <a:bodyPr/>
        <a:lstStyle/>
        <a:p>
          <a:endParaRPr lang="en-US"/>
        </a:p>
      </dgm:t>
    </dgm:pt>
    <dgm:pt modelId="{0BC4E1F9-4B50-4868-A892-4BD194F1A3B9}">
      <dgm:prSet/>
      <dgm:spPr/>
      <dgm:t>
        <a:bodyPr/>
        <a:lstStyle/>
        <a:p>
          <a:r>
            <a:rPr lang="en-US"/>
            <a:t>Built a fully functional </a:t>
          </a:r>
          <a:r>
            <a:rPr lang="en-US" b="1"/>
            <a:t>Secure Multi-User Java Socket Chat Server</a:t>
          </a:r>
          <a:endParaRPr lang="en-US"/>
        </a:p>
      </dgm:t>
    </dgm:pt>
    <dgm:pt modelId="{C0A244ED-4FCC-451F-BF79-346CE02388F5}" type="parTrans" cxnId="{56E98155-37CE-4CEE-AC34-80DD7674AAA8}">
      <dgm:prSet/>
      <dgm:spPr/>
      <dgm:t>
        <a:bodyPr/>
        <a:lstStyle/>
        <a:p>
          <a:endParaRPr lang="en-US"/>
        </a:p>
      </dgm:t>
    </dgm:pt>
    <dgm:pt modelId="{A7A25418-203F-4F2A-8B52-2F3AA8F987AA}" type="sibTrans" cxnId="{56E98155-37CE-4CEE-AC34-80DD7674AAA8}">
      <dgm:prSet/>
      <dgm:spPr/>
      <dgm:t>
        <a:bodyPr/>
        <a:lstStyle/>
        <a:p>
          <a:endParaRPr lang="en-US"/>
        </a:p>
      </dgm:t>
    </dgm:pt>
    <dgm:pt modelId="{1CB9C203-6F81-4ABF-9266-A5099C990582}">
      <dgm:prSet/>
      <dgm:spPr/>
      <dgm:t>
        <a:bodyPr/>
        <a:lstStyle/>
        <a:p>
          <a:r>
            <a:rPr lang="en-US"/>
            <a:t>Supports </a:t>
          </a:r>
          <a:r>
            <a:rPr lang="en-US" b="1"/>
            <a:t>real-time messaging</a:t>
          </a:r>
          <a:r>
            <a:rPr lang="en-US"/>
            <a:t>, authentication, admin tools, logging</a:t>
          </a:r>
        </a:p>
      </dgm:t>
    </dgm:pt>
    <dgm:pt modelId="{09E5A61A-171E-4E2D-BF1B-90C90A658B0F}" type="parTrans" cxnId="{DB392A73-28E1-41DC-8255-6D87EF7DDBC1}">
      <dgm:prSet/>
      <dgm:spPr/>
      <dgm:t>
        <a:bodyPr/>
        <a:lstStyle/>
        <a:p>
          <a:endParaRPr lang="en-US"/>
        </a:p>
      </dgm:t>
    </dgm:pt>
    <dgm:pt modelId="{546198ED-3EEC-41CD-B044-A59B4E5B4B9A}" type="sibTrans" cxnId="{DB392A73-28E1-41DC-8255-6D87EF7DDBC1}">
      <dgm:prSet/>
      <dgm:spPr/>
      <dgm:t>
        <a:bodyPr/>
        <a:lstStyle/>
        <a:p>
          <a:endParaRPr lang="en-US"/>
        </a:p>
      </dgm:t>
    </dgm:pt>
    <dgm:pt modelId="{3A998099-45D6-40B3-9862-542D01314114}">
      <dgm:prSet/>
      <dgm:spPr/>
      <dgm:t>
        <a:bodyPr/>
        <a:lstStyle/>
        <a:p>
          <a:r>
            <a:rPr lang="en-US"/>
            <a:t>Includes </a:t>
          </a:r>
          <a:r>
            <a:rPr lang="en-US" b="1"/>
            <a:t>/askgpt AI integration</a:t>
          </a:r>
          <a:r>
            <a:rPr lang="en-US"/>
            <a:t> for enhanced communication</a:t>
          </a:r>
        </a:p>
      </dgm:t>
    </dgm:pt>
    <dgm:pt modelId="{A382F67C-08DE-437E-83B6-3B9F3BDA37F4}" type="parTrans" cxnId="{282F9E81-7BAE-4892-94B8-E846B95932E5}">
      <dgm:prSet/>
      <dgm:spPr/>
      <dgm:t>
        <a:bodyPr/>
        <a:lstStyle/>
        <a:p>
          <a:endParaRPr lang="en-US"/>
        </a:p>
      </dgm:t>
    </dgm:pt>
    <dgm:pt modelId="{5E2C0748-AD70-41DB-A538-EF2E87A7D164}" type="sibTrans" cxnId="{282F9E81-7BAE-4892-94B8-E846B95932E5}">
      <dgm:prSet/>
      <dgm:spPr/>
      <dgm:t>
        <a:bodyPr/>
        <a:lstStyle/>
        <a:p>
          <a:endParaRPr lang="en-US"/>
        </a:p>
      </dgm:t>
    </dgm:pt>
    <dgm:pt modelId="{07CF47D8-249A-4350-B3DD-C671DBEE717E}">
      <dgm:prSet/>
      <dgm:spPr/>
      <dgm:t>
        <a:bodyPr/>
        <a:lstStyle/>
        <a:p>
          <a:r>
            <a:rPr lang="en-US"/>
            <a:t>Demonstrates strong skills in </a:t>
          </a:r>
          <a:r>
            <a:rPr lang="en-US" b="1"/>
            <a:t>Java networking, concurrency, security, and system design</a:t>
          </a:r>
          <a:endParaRPr lang="en-US"/>
        </a:p>
      </dgm:t>
    </dgm:pt>
    <dgm:pt modelId="{CFD1C0E0-2347-46F6-8DD1-60D60B022147}" type="parTrans" cxnId="{C6F84263-D96E-4658-A869-A07F13D49FEA}">
      <dgm:prSet/>
      <dgm:spPr/>
      <dgm:t>
        <a:bodyPr/>
        <a:lstStyle/>
        <a:p>
          <a:endParaRPr lang="en-US"/>
        </a:p>
      </dgm:t>
    </dgm:pt>
    <dgm:pt modelId="{7F39A6BC-D8C9-4C07-B7C6-33EDF5A7D914}" type="sibTrans" cxnId="{C6F84263-D96E-4658-A869-A07F13D49FEA}">
      <dgm:prSet/>
      <dgm:spPr/>
      <dgm:t>
        <a:bodyPr/>
        <a:lstStyle/>
        <a:p>
          <a:endParaRPr lang="en-US"/>
        </a:p>
      </dgm:t>
    </dgm:pt>
    <dgm:pt modelId="{D30EA025-C1F3-420C-96EC-9D5B5CF9906C}">
      <dgm:prSet/>
      <dgm:spPr/>
      <dgm:t>
        <a:bodyPr/>
        <a:lstStyle/>
        <a:p>
          <a:r>
            <a:rPr lang="en-US"/>
            <a:t>Provides a </a:t>
          </a:r>
          <a:r>
            <a:rPr lang="en-US" b="1"/>
            <a:t>scalable foundation</a:t>
          </a:r>
          <a:r>
            <a:rPr lang="en-US"/>
            <a:t> for a professional messaging platform</a:t>
          </a:r>
        </a:p>
      </dgm:t>
    </dgm:pt>
    <dgm:pt modelId="{1413590F-0C37-42BB-8649-140791A241EE}" type="parTrans" cxnId="{0F7F179E-4900-48DC-ADB1-92E32FC89A3A}">
      <dgm:prSet/>
      <dgm:spPr/>
      <dgm:t>
        <a:bodyPr/>
        <a:lstStyle/>
        <a:p>
          <a:endParaRPr lang="en-US"/>
        </a:p>
      </dgm:t>
    </dgm:pt>
    <dgm:pt modelId="{26EBF8D9-1151-47EE-A5E1-D9F5314EAE32}" type="sibTrans" cxnId="{0F7F179E-4900-48DC-ADB1-92E32FC89A3A}">
      <dgm:prSet/>
      <dgm:spPr/>
      <dgm:t>
        <a:bodyPr/>
        <a:lstStyle/>
        <a:p>
          <a:endParaRPr lang="en-US"/>
        </a:p>
      </dgm:t>
    </dgm:pt>
    <dgm:pt modelId="{D97BA7F9-C0EE-49D2-8702-4EBB9567EFE0}">
      <dgm:prSet/>
      <dgm:spPr/>
      <dgm:t>
        <a:bodyPr/>
        <a:lstStyle/>
        <a:p>
          <a:r>
            <a:rPr lang="en-US"/>
            <a:t>🚀 </a:t>
          </a:r>
          <a:r>
            <a:rPr lang="en-US" b="1"/>
            <a:t>Future Improvements</a:t>
          </a:r>
          <a:endParaRPr lang="en-US"/>
        </a:p>
      </dgm:t>
    </dgm:pt>
    <dgm:pt modelId="{C3D3C831-DB7B-4AF8-B0A2-623C51EFEFBF}" type="parTrans" cxnId="{11AB42C2-2278-4072-8B39-E6CA504170F9}">
      <dgm:prSet/>
      <dgm:spPr/>
      <dgm:t>
        <a:bodyPr/>
        <a:lstStyle/>
        <a:p>
          <a:endParaRPr lang="en-US"/>
        </a:p>
      </dgm:t>
    </dgm:pt>
    <dgm:pt modelId="{791D2C57-3E17-480E-95A3-4B21A15C15D2}" type="sibTrans" cxnId="{11AB42C2-2278-4072-8B39-E6CA504170F9}">
      <dgm:prSet/>
      <dgm:spPr/>
      <dgm:t>
        <a:bodyPr/>
        <a:lstStyle/>
        <a:p>
          <a:endParaRPr lang="en-US"/>
        </a:p>
      </dgm:t>
    </dgm:pt>
    <dgm:pt modelId="{751AD525-DE26-4B2B-88AA-52C979D4371F}">
      <dgm:prSet/>
      <dgm:spPr/>
      <dgm:t>
        <a:bodyPr/>
        <a:lstStyle/>
        <a:p>
          <a:r>
            <a:rPr lang="en-US"/>
            <a:t>Add </a:t>
          </a:r>
          <a:r>
            <a:rPr lang="en-US" b="1"/>
            <a:t>SSL/TLS encryption</a:t>
          </a:r>
          <a:r>
            <a:rPr lang="en-US"/>
            <a:t> for full end-to-end security</a:t>
          </a:r>
        </a:p>
      </dgm:t>
    </dgm:pt>
    <dgm:pt modelId="{5E77115D-8056-4B8E-9CDD-BA33C83C0084}" type="parTrans" cxnId="{FEF400B1-F857-4623-8265-19073D747212}">
      <dgm:prSet/>
      <dgm:spPr/>
      <dgm:t>
        <a:bodyPr/>
        <a:lstStyle/>
        <a:p>
          <a:endParaRPr lang="en-US"/>
        </a:p>
      </dgm:t>
    </dgm:pt>
    <dgm:pt modelId="{BC2B8B01-63C9-4B75-B24D-02FE46931755}" type="sibTrans" cxnId="{FEF400B1-F857-4623-8265-19073D747212}">
      <dgm:prSet/>
      <dgm:spPr/>
      <dgm:t>
        <a:bodyPr/>
        <a:lstStyle/>
        <a:p>
          <a:endParaRPr lang="en-US"/>
        </a:p>
      </dgm:t>
    </dgm:pt>
    <dgm:pt modelId="{09B0FB7A-4BCA-48C9-8E02-D09D2F872D86}">
      <dgm:prSet/>
      <dgm:spPr/>
      <dgm:t>
        <a:bodyPr/>
        <a:lstStyle/>
        <a:p>
          <a:r>
            <a:rPr lang="en-US"/>
            <a:t>Build a </a:t>
          </a:r>
          <a:r>
            <a:rPr lang="en-US" b="1"/>
            <a:t>JavaFX/Swing GUI client</a:t>
          </a:r>
          <a:endParaRPr lang="en-US"/>
        </a:p>
      </dgm:t>
    </dgm:pt>
    <dgm:pt modelId="{5D3C9DD5-BE60-4D4C-AD8C-4681B789072D}" type="parTrans" cxnId="{20278A44-0F26-48C3-8A85-AE558103C6B2}">
      <dgm:prSet/>
      <dgm:spPr/>
      <dgm:t>
        <a:bodyPr/>
        <a:lstStyle/>
        <a:p>
          <a:endParaRPr lang="en-US"/>
        </a:p>
      </dgm:t>
    </dgm:pt>
    <dgm:pt modelId="{6FB14319-7FE1-414B-94F0-599694A99DCD}" type="sibTrans" cxnId="{20278A44-0F26-48C3-8A85-AE558103C6B2}">
      <dgm:prSet/>
      <dgm:spPr/>
      <dgm:t>
        <a:bodyPr/>
        <a:lstStyle/>
        <a:p>
          <a:endParaRPr lang="en-US"/>
        </a:p>
      </dgm:t>
    </dgm:pt>
    <dgm:pt modelId="{205477BB-F802-4330-9D07-7B2AFCDD7CBA}">
      <dgm:prSet/>
      <dgm:spPr/>
      <dgm:t>
        <a:bodyPr/>
        <a:lstStyle/>
        <a:p>
          <a:r>
            <a:rPr lang="en-US"/>
            <a:t>Implement </a:t>
          </a:r>
          <a:r>
            <a:rPr lang="en-US" b="1"/>
            <a:t>file transfer</a:t>
          </a:r>
          <a:r>
            <a:rPr lang="en-US"/>
            <a:t> and </a:t>
          </a:r>
          <a:r>
            <a:rPr lang="en-US" b="1"/>
            <a:t>rich media support</a:t>
          </a:r>
          <a:endParaRPr lang="en-US"/>
        </a:p>
      </dgm:t>
    </dgm:pt>
    <dgm:pt modelId="{3EFE79AF-7F26-4CFC-B625-019740110FFA}" type="parTrans" cxnId="{AA0B2838-C529-4AD5-A19F-907E6B259BD2}">
      <dgm:prSet/>
      <dgm:spPr/>
      <dgm:t>
        <a:bodyPr/>
        <a:lstStyle/>
        <a:p>
          <a:endParaRPr lang="en-US"/>
        </a:p>
      </dgm:t>
    </dgm:pt>
    <dgm:pt modelId="{1744E92F-0921-4145-BBD4-540C47409EB3}" type="sibTrans" cxnId="{AA0B2838-C529-4AD5-A19F-907E6B259BD2}">
      <dgm:prSet/>
      <dgm:spPr/>
      <dgm:t>
        <a:bodyPr/>
        <a:lstStyle/>
        <a:p>
          <a:endParaRPr lang="en-US"/>
        </a:p>
      </dgm:t>
    </dgm:pt>
    <dgm:pt modelId="{C39E7F4B-BC4E-4681-9183-D169A51DFC33}">
      <dgm:prSet/>
      <dgm:spPr/>
      <dgm:t>
        <a:bodyPr/>
        <a:lstStyle/>
        <a:p>
          <a:r>
            <a:rPr lang="en-US"/>
            <a:t>Migrate users/logs to a </a:t>
          </a:r>
          <a:r>
            <a:rPr lang="en-US" b="1"/>
            <a:t>database backend</a:t>
          </a:r>
          <a:endParaRPr lang="en-US"/>
        </a:p>
      </dgm:t>
    </dgm:pt>
    <dgm:pt modelId="{EB3D76E6-92A6-440D-95B9-342F2C453FCD}" type="parTrans" cxnId="{6EB4DF9C-4715-454A-AC5D-0C9F4E3042C7}">
      <dgm:prSet/>
      <dgm:spPr/>
      <dgm:t>
        <a:bodyPr/>
        <a:lstStyle/>
        <a:p>
          <a:endParaRPr lang="en-US"/>
        </a:p>
      </dgm:t>
    </dgm:pt>
    <dgm:pt modelId="{59A74963-40EF-4C13-ACED-C7B555D551E4}" type="sibTrans" cxnId="{6EB4DF9C-4715-454A-AC5D-0C9F4E3042C7}">
      <dgm:prSet/>
      <dgm:spPr/>
      <dgm:t>
        <a:bodyPr/>
        <a:lstStyle/>
        <a:p>
          <a:endParaRPr lang="en-US"/>
        </a:p>
      </dgm:t>
    </dgm:pt>
    <dgm:pt modelId="{4D13D525-0571-4829-A86B-44F730F73451}">
      <dgm:prSet/>
      <dgm:spPr/>
      <dgm:t>
        <a:bodyPr/>
        <a:lstStyle/>
        <a:p>
          <a:r>
            <a:rPr lang="en-US"/>
            <a:t>Deploy to the </a:t>
          </a:r>
          <a:r>
            <a:rPr lang="en-US" b="1"/>
            <a:t>cloud</a:t>
          </a:r>
          <a:r>
            <a:rPr lang="en-US"/>
            <a:t> for real-world availability</a:t>
          </a:r>
        </a:p>
      </dgm:t>
    </dgm:pt>
    <dgm:pt modelId="{C61BD43C-507F-4606-BE1C-B0B513BCE81A}" type="parTrans" cxnId="{4E0233EF-37EA-4D0A-A631-9160A4A887BB}">
      <dgm:prSet/>
      <dgm:spPr/>
      <dgm:t>
        <a:bodyPr/>
        <a:lstStyle/>
        <a:p>
          <a:endParaRPr lang="en-US"/>
        </a:p>
      </dgm:t>
    </dgm:pt>
    <dgm:pt modelId="{803B85E1-9A9F-40CA-97D4-BE966BABACAE}" type="sibTrans" cxnId="{4E0233EF-37EA-4D0A-A631-9160A4A887BB}">
      <dgm:prSet/>
      <dgm:spPr/>
      <dgm:t>
        <a:bodyPr/>
        <a:lstStyle/>
        <a:p>
          <a:endParaRPr lang="en-US"/>
        </a:p>
      </dgm:t>
    </dgm:pt>
    <dgm:pt modelId="{B13557D3-D0AA-4AF3-84FE-77895B234534}">
      <dgm:prSet/>
      <dgm:spPr/>
      <dgm:t>
        <a:bodyPr/>
        <a:lstStyle/>
        <a:p>
          <a:r>
            <a:rPr lang="en-US"/>
            <a:t>Add </a:t>
          </a:r>
          <a:r>
            <a:rPr lang="en-US" b="1"/>
            <a:t>rate limiting &amp; spam detection</a:t>
          </a:r>
          <a:endParaRPr lang="en-US"/>
        </a:p>
      </dgm:t>
    </dgm:pt>
    <dgm:pt modelId="{D5629473-C983-4772-AA86-01265018DA12}" type="parTrans" cxnId="{AE3D29FA-8B19-47F7-815C-F25C275FC04F}">
      <dgm:prSet/>
      <dgm:spPr/>
      <dgm:t>
        <a:bodyPr/>
        <a:lstStyle/>
        <a:p>
          <a:endParaRPr lang="en-US"/>
        </a:p>
      </dgm:t>
    </dgm:pt>
    <dgm:pt modelId="{9806B8F3-73CB-4E07-9C21-4CD4D6FDE130}" type="sibTrans" cxnId="{AE3D29FA-8B19-47F7-815C-F25C275FC04F}">
      <dgm:prSet/>
      <dgm:spPr/>
      <dgm:t>
        <a:bodyPr/>
        <a:lstStyle/>
        <a:p>
          <a:endParaRPr lang="en-US"/>
        </a:p>
      </dgm:t>
    </dgm:pt>
    <dgm:pt modelId="{1BE7E2DE-3F46-4923-8803-0C055AC0F695}">
      <dgm:prSet phldr="0"/>
      <dgm:spPr/>
      <dgm:t>
        <a:bodyPr/>
        <a:lstStyle/>
        <a:p>
          <a:pPr rtl="0"/>
          <a:r>
            <a:rPr lang="en-US" b="1">
              <a:latin typeface="Neue Haas Grotesk Text Pro"/>
            </a:rPr>
            <a:t>Build GUI interface</a:t>
          </a:r>
        </a:p>
      </dgm:t>
    </dgm:pt>
    <dgm:pt modelId="{8EF20B6B-135C-480F-9CEC-67C9065A5B13}" type="parTrans" cxnId="{597F62D1-A919-DF47-91E2-3BF676B364E6}">
      <dgm:prSet/>
      <dgm:spPr/>
    </dgm:pt>
    <dgm:pt modelId="{EF72E5BA-A8C9-43FF-AE06-EA749AB6A4B4}" type="sibTrans" cxnId="{597F62D1-A919-DF47-91E2-3BF676B364E6}">
      <dgm:prSet/>
      <dgm:spPr/>
    </dgm:pt>
    <dgm:pt modelId="{9AE2DC9B-4FAB-40E7-AC14-9282EB329EC4}" type="pres">
      <dgm:prSet presAssocID="{BAD68BCC-6140-460E-8391-3998A58ABCF7}" presName="diagram" presStyleCnt="0">
        <dgm:presLayoutVars>
          <dgm:dir/>
          <dgm:resizeHandles val="exact"/>
        </dgm:presLayoutVars>
      </dgm:prSet>
      <dgm:spPr/>
    </dgm:pt>
    <dgm:pt modelId="{A7CEB920-5B50-4C9C-914A-84A688830C5D}" type="pres">
      <dgm:prSet presAssocID="{8CFF85A9-324F-47C1-9F08-309369B136E3}" presName="node" presStyleLbl="node1" presStyleIdx="0" presStyleCnt="14">
        <dgm:presLayoutVars>
          <dgm:bulletEnabled val="1"/>
        </dgm:presLayoutVars>
      </dgm:prSet>
      <dgm:spPr/>
    </dgm:pt>
    <dgm:pt modelId="{BC3B8311-5993-4F0D-B048-6CB9C4D685FC}" type="pres">
      <dgm:prSet presAssocID="{53464968-11E4-4BC5-AAF3-73C641C86284}" presName="sibTrans" presStyleCnt="0"/>
      <dgm:spPr/>
    </dgm:pt>
    <dgm:pt modelId="{D92103DB-6EFB-4636-BA08-609BF574D343}" type="pres">
      <dgm:prSet presAssocID="{0BC4E1F9-4B50-4868-A892-4BD194F1A3B9}" presName="node" presStyleLbl="node1" presStyleIdx="1" presStyleCnt="14">
        <dgm:presLayoutVars>
          <dgm:bulletEnabled val="1"/>
        </dgm:presLayoutVars>
      </dgm:prSet>
      <dgm:spPr/>
    </dgm:pt>
    <dgm:pt modelId="{52FD3C68-B6A2-4F33-AC28-8D60A9C1D540}" type="pres">
      <dgm:prSet presAssocID="{A7A25418-203F-4F2A-8B52-2F3AA8F987AA}" presName="sibTrans" presStyleCnt="0"/>
      <dgm:spPr/>
    </dgm:pt>
    <dgm:pt modelId="{5C343D76-93C7-4F5F-9804-77FD8178023A}" type="pres">
      <dgm:prSet presAssocID="{1CB9C203-6F81-4ABF-9266-A5099C990582}" presName="node" presStyleLbl="node1" presStyleIdx="2" presStyleCnt="14">
        <dgm:presLayoutVars>
          <dgm:bulletEnabled val="1"/>
        </dgm:presLayoutVars>
      </dgm:prSet>
      <dgm:spPr/>
    </dgm:pt>
    <dgm:pt modelId="{E1DED7DA-39EA-4D6B-9AF0-64B3E715B6C5}" type="pres">
      <dgm:prSet presAssocID="{546198ED-3EEC-41CD-B044-A59B4E5B4B9A}" presName="sibTrans" presStyleCnt="0"/>
      <dgm:spPr/>
    </dgm:pt>
    <dgm:pt modelId="{336878DB-E9AB-4678-A271-81DACBFA0D34}" type="pres">
      <dgm:prSet presAssocID="{3A998099-45D6-40B3-9862-542D01314114}" presName="node" presStyleLbl="node1" presStyleIdx="3" presStyleCnt="14">
        <dgm:presLayoutVars>
          <dgm:bulletEnabled val="1"/>
        </dgm:presLayoutVars>
      </dgm:prSet>
      <dgm:spPr/>
    </dgm:pt>
    <dgm:pt modelId="{08684D93-1CCB-4E85-83FE-A53BB6070CEC}" type="pres">
      <dgm:prSet presAssocID="{5E2C0748-AD70-41DB-A538-EF2E87A7D164}" presName="sibTrans" presStyleCnt="0"/>
      <dgm:spPr/>
    </dgm:pt>
    <dgm:pt modelId="{BF3DC500-75E7-4AB7-8748-B3924CCC9F3E}" type="pres">
      <dgm:prSet presAssocID="{07CF47D8-249A-4350-B3DD-C671DBEE717E}" presName="node" presStyleLbl="node1" presStyleIdx="4" presStyleCnt="14">
        <dgm:presLayoutVars>
          <dgm:bulletEnabled val="1"/>
        </dgm:presLayoutVars>
      </dgm:prSet>
      <dgm:spPr/>
    </dgm:pt>
    <dgm:pt modelId="{40C11510-A94E-44A6-8CBB-F7EE3336F0E9}" type="pres">
      <dgm:prSet presAssocID="{7F39A6BC-D8C9-4C07-B7C6-33EDF5A7D914}" presName="sibTrans" presStyleCnt="0"/>
      <dgm:spPr/>
    </dgm:pt>
    <dgm:pt modelId="{CB3BA8E7-848B-4550-BC39-4E415DE0EB52}" type="pres">
      <dgm:prSet presAssocID="{D30EA025-C1F3-420C-96EC-9D5B5CF9906C}" presName="node" presStyleLbl="node1" presStyleIdx="5" presStyleCnt="14">
        <dgm:presLayoutVars>
          <dgm:bulletEnabled val="1"/>
        </dgm:presLayoutVars>
      </dgm:prSet>
      <dgm:spPr/>
    </dgm:pt>
    <dgm:pt modelId="{C42F1022-8AAF-4B7B-857F-8D01D1493B6C}" type="pres">
      <dgm:prSet presAssocID="{26EBF8D9-1151-47EE-A5E1-D9F5314EAE32}" presName="sibTrans" presStyleCnt="0"/>
      <dgm:spPr/>
    </dgm:pt>
    <dgm:pt modelId="{44CD85A7-5456-4ABD-8625-30EB50EE3B1E}" type="pres">
      <dgm:prSet presAssocID="{D97BA7F9-C0EE-49D2-8702-4EBB9567EFE0}" presName="node" presStyleLbl="node1" presStyleIdx="6" presStyleCnt="14">
        <dgm:presLayoutVars>
          <dgm:bulletEnabled val="1"/>
        </dgm:presLayoutVars>
      </dgm:prSet>
      <dgm:spPr/>
    </dgm:pt>
    <dgm:pt modelId="{341F91BD-A11E-4C96-8EEC-6BA8C36BC6BC}" type="pres">
      <dgm:prSet presAssocID="{791D2C57-3E17-480E-95A3-4B21A15C15D2}" presName="sibTrans" presStyleCnt="0"/>
      <dgm:spPr/>
    </dgm:pt>
    <dgm:pt modelId="{0819735E-7F8B-4F43-90E1-5F56B4B2AD11}" type="pres">
      <dgm:prSet presAssocID="{751AD525-DE26-4B2B-88AA-52C979D4371F}" presName="node" presStyleLbl="node1" presStyleIdx="7" presStyleCnt="14">
        <dgm:presLayoutVars>
          <dgm:bulletEnabled val="1"/>
        </dgm:presLayoutVars>
      </dgm:prSet>
      <dgm:spPr/>
    </dgm:pt>
    <dgm:pt modelId="{79CB02AA-04DC-452E-92FF-F5204ABD49C8}" type="pres">
      <dgm:prSet presAssocID="{BC2B8B01-63C9-4B75-B24D-02FE46931755}" presName="sibTrans" presStyleCnt="0"/>
      <dgm:spPr/>
    </dgm:pt>
    <dgm:pt modelId="{2D5411AA-5AB9-4D76-BF21-FB1C518CBCCA}" type="pres">
      <dgm:prSet presAssocID="{09B0FB7A-4BCA-48C9-8E02-D09D2F872D86}" presName="node" presStyleLbl="node1" presStyleIdx="8" presStyleCnt="14">
        <dgm:presLayoutVars>
          <dgm:bulletEnabled val="1"/>
        </dgm:presLayoutVars>
      </dgm:prSet>
      <dgm:spPr/>
    </dgm:pt>
    <dgm:pt modelId="{FCFFA830-B852-43FA-9976-0EA25FF797E4}" type="pres">
      <dgm:prSet presAssocID="{6FB14319-7FE1-414B-94F0-599694A99DCD}" presName="sibTrans" presStyleCnt="0"/>
      <dgm:spPr/>
    </dgm:pt>
    <dgm:pt modelId="{8EEE492C-0B10-4AF4-BA60-6F24A25B7641}" type="pres">
      <dgm:prSet presAssocID="{205477BB-F802-4330-9D07-7B2AFCDD7CBA}" presName="node" presStyleLbl="node1" presStyleIdx="9" presStyleCnt="14">
        <dgm:presLayoutVars>
          <dgm:bulletEnabled val="1"/>
        </dgm:presLayoutVars>
      </dgm:prSet>
      <dgm:spPr/>
    </dgm:pt>
    <dgm:pt modelId="{68753664-6A7E-47B6-984A-9924AC0D130D}" type="pres">
      <dgm:prSet presAssocID="{1744E92F-0921-4145-BBD4-540C47409EB3}" presName="sibTrans" presStyleCnt="0"/>
      <dgm:spPr/>
    </dgm:pt>
    <dgm:pt modelId="{F1F47403-9242-47BE-8177-02FA361B9584}" type="pres">
      <dgm:prSet presAssocID="{C39E7F4B-BC4E-4681-9183-D169A51DFC33}" presName="node" presStyleLbl="node1" presStyleIdx="10" presStyleCnt="14">
        <dgm:presLayoutVars>
          <dgm:bulletEnabled val="1"/>
        </dgm:presLayoutVars>
      </dgm:prSet>
      <dgm:spPr/>
    </dgm:pt>
    <dgm:pt modelId="{5908DB38-574D-4411-BAFF-1B815661B4BF}" type="pres">
      <dgm:prSet presAssocID="{59A74963-40EF-4C13-ACED-C7B555D551E4}" presName="sibTrans" presStyleCnt="0"/>
      <dgm:spPr/>
    </dgm:pt>
    <dgm:pt modelId="{2A6CC532-341E-4DA1-B8FF-A5D4E6DDB7C4}" type="pres">
      <dgm:prSet presAssocID="{4D13D525-0571-4829-A86B-44F730F73451}" presName="node" presStyleLbl="node1" presStyleIdx="11" presStyleCnt="14">
        <dgm:presLayoutVars>
          <dgm:bulletEnabled val="1"/>
        </dgm:presLayoutVars>
      </dgm:prSet>
      <dgm:spPr/>
    </dgm:pt>
    <dgm:pt modelId="{A0B0C816-99A2-4996-B15F-33071D4CBEDE}" type="pres">
      <dgm:prSet presAssocID="{803B85E1-9A9F-40CA-97D4-BE966BABACAE}" presName="sibTrans" presStyleCnt="0"/>
      <dgm:spPr/>
    </dgm:pt>
    <dgm:pt modelId="{96A28132-6048-4780-B224-236C28DFC683}" type="pres">
      <dgm:prSet presAssocID="{B13557D3-D0AA-4AF3-84FE-77895B234534}" presName="node" presStyleLbl="node1" presStyleIdx="12" presStyleCnt="14">
        <dgm:presLayoutVars>
          <dgm:bulletEnabled val="1"/>
        </dgm:presLayoutVars>
      </dgm:prSet>
      <dgm:spPr/>
    </dgm:pt>
    <dgm:pt modelId="{3608D495-4BBB-4B38-8C5D-964F36E7F2A5}" type="pres">
      <dgm:prSet presAssocID="{9806B8F3-73CB-4E07-9C21-4CD4D6FDE130}" presName="sibTrans" presStyleCnt="0"/>
      <dgm:spPr/>
    </dgm:pt>
    <dgm:pt modelId="{BFA44E94-CB50-4833-B9D1-05F0B83E4431}" type="pres">
      <dgm:prSet presAssocID="{1BE7E2DE-3F46-4923-8803-0C055AC0F695}" presName="node" presStyleLbl="node1" presStyleIdx="13" presStyleCnt="14">
        <dgm:presLayoutVars>
          <dgm:bulletEnabled val="1"/>
        </dgm:presLayoutVars>
      </dgm:prSet>
      <dgm:spPr/>
    </dgm:pt>
  </dgm:ptLst>
  <dgm:cxnLst>
    <dgm:cxn modelId="{4ED2D415-0678-45D4-9D88-6FFF93125F42}" srcId="{BAD68BCC-6140-460E-8391-3998A58ABCF7}" destId="{8CFF85A9-324F-47C1-9F08-309369B136E3}" srcOrd="0" destOrd="0" parTransId="{44E91BB6-EA24-44AA-96F0-42AB50C5C9C9}" sibTransId="{53464968-11E4-4BC5-AAF3-73C641C86284}"/>
    <dgm:cxn modelId="{DFAEFF16-FBFB-475F-A1B8-6F50AE663579}" type="presOf" srcId="{0BC4E1F9-4B50-4868-A892-4BD194F1A3B9}" destId="{D92103DB-6EFB-4636-BA08-609BF574D343}" srcOrd="0" destOrd="0" presId="urn:microsoft.com/office/officeart/2005/8/layout/default"/>
    <dgm:cxn modelId="{4F36342C-6AED-4722-ACDA-E57376E0B1C6}" type="presOf" srcId="{07CF47D8-249A-4350-B3DD-C671DBEE717E}" destId="{BF3DC500-75E7-4AB7-8748-B3924CCC9F3E}" srcOrd="0" destOrd="0" presId="urn:microsoft.com/office/officeart/2005/8/layout/default"/>
    <dgm:cxn modelId="{AA0B2838-C529-4AD5-A19F-907E6B259BD2}" srcId="{BAD68BCC-6140-460E-8391-3998A58ABCF7}" destId="{205477BB-F802-4330-9D07-7B2AFCDD7CBA}" srcOrd="9" destOrd="0" parTransId="{3EFE79AF-7F26-4CFC-B625-019740110FFA}" sibTransId="{1744E92F-0921-4145-BBD4-540C47409EB3}"/>
    <dgm:cxn modelId="{C6F84263-D96E-4658-A869-A07F13D49FEA}" srcId="{BAD68BCC-6140-460E-8391-3998A58ABCF7}" destId="{07CF47D8-249A-4350-B3DD-C671DBEE717E}" srcOrd="4" destOrd="0" parTransId="{CFD1C0E0-2347-46F6-8DD1-60D60B022147}" sibTransId="{7F39A6BC-D8C9-4C07-B7C6-33EDF5A7D914}"/>
    <dgm:cxn modelId="{20278A44-0F26-48C3-8A85-AE558103C6B2}" srcId="{BAD68BCC-6140-460E-8391-3998A58ABCF7}" destId="{09B0FB7A-4BCA-48C9-8E02-D09D2F872D86}" srcOrd="8" destOrd="0" parTransId="{5D3C9DD5-BE60-4D4C-AD8C-4681B789072D}" sibTransId="{6FB14319-7FE1-414B-94F0-599694A99DCD}"/>
    <dgm:cxn modelId="{4620A766-DFA5-4880-A6F5-3E6510860D2F}" type="presOf" srcId="{C39E7F4B-BC4E-4681-9183-D169A51DFC33}" destId="{F1F47403-9242-47BE-8177-02FA361B9584}" srcOrd="0" destOrd="0" presId="urn:microsoft.com/office/officeart/2005/8/layout/default"/>
    <dgm:cxn modelId="{DB392A73-28E1-41DC-8255-6D87EF7DDBC1}" srcId="{BAD68BCC-6140-460E-8391-3998A58ABCF7}" destId="{1CB9C203-6F81-4ABF-9266-A5099C990582}" srcOrd="2" destOrd="0" parTransId="{09E5A61A-171E-4E2D-BF1B-90C90A658B0F}" sibTransId="{546198ED-3EEC-41CD-B044-A59B4E5B4B9A}"/>
    <dgm:cxn modelId="{56E98155-37CE-4CEE-AC34-80DD7674AAA8}" srcId="{BAD68BCC-6140-460E-8391-3998A58ABCF7}" destId="{0BC4E1F9-4B50-4868-A892-4BD194F1A3B9}" srcOrd="1" destOrd="0" parTransId="{C0A244ED-4FCC-451F-BF79-346CE02388F5}" sibTransId="{A7A25418-203F-4F2A-8B52-2F3AA8F987AA}"/>
    <dgm:cxn modelId="{126F7576-9121-5843-A846-2C19845CA303}" type="presOf" srcId="{1BE7E2DE-3F46-4923-8803-0C055AC0F695}" destId="{BFA44E94-CB50-4833-B9D1-05F0B83E4431}" srcOrd="0" destOrd="0" presId="urn:microsoft.com/office/officeart/2005/8/layout/default"/>
    <dgm:cxn modelId="{282F9E81-7BAE-4892-94B8-E846B95932E5}" srcId="{BAD68BCC-6140-460E-8391-3998A58ABCF7}" destId="{3A998099-45D6-40B3-9862-542D01314114}" srcOrd="3" destOrd="0" parTransId="{A382F67C-08DE-437E-83B6-3B9F3BDA37F4}" sibTransId="{5E2C0748-AD70-41DB-A538-EF2E87A7D164}"/>
    <dgm:cxn modelId="{2E3D638C-2657-4A68-AEFA-5EFF123F4282}" type="presOf" srcId="{09B0FB7A-4BCA-48C9-8E02-D09D2F872D86}" destId="{2D5411AA-5AB9-4D76-BF21-FB1C518CBCCA}" srcOrd="0" destOrd="0" presId="urn:microsoft.com/office/officeart/2005/8/layout/default"/>
    <dgm:cxn modelId="{142D3C8D-65D9-4271-AFBE-DEA1614A0735}" type="presOf" srcId="{D30EA025-C1F3-420C-96EC-9D5B5CF9906C}" destId="{CB3BA8E7-848B-4550-BC39-4E415DE0EB52}" srcOrd="0" destOrd="0" presId="urn:microsoft.com/office/officeart/2005/8/layout/default"/>
    <dgm:cxn modelId="{3DAA6D96-6D28-42A2-89E5-4248FE959B5C}" type="presOf" srcId="{751AD525-DE26-4B2B-88AA-52C979D4371F}" destId="{0819735E-7F8B-4F43-90E1-5F56B4B2AD11}" srcOrd="0" destOrd="0" presId="urn:microsoft.com/office/officeart/2005/8/layout/default"/>
    <dgm:cxn modelId="{FE449397-EB80-488B-BB40-FE6DD9037819}" type="presOf" srcId="{205477BB-F802-4330-9D07-7B2AFCDD7CBA}" destId="{8EEE492C-0B10-4AF4-BA60-6F24A25B7641}" srcOrd="0" destOrd="0" presId="urn:microsoft.com/office/officeart/2005/8/layout/default"/>
    <dgm:cxn modelId="{03EE5198-9F75-4A23-937F-224A3A4805C5}" type="presOf" srcId="{4D13D525-0571-4829-A86B-44F730F73451}" destId="{2A6CC532-341E-4DA1-B8FF-A5D4E6DDB7C4}" srcOrd="0" destOrd="0" presId="urn:microsoft.com/office/officeart/2005/8/layout/default"/>
    <dgm:cxn modelId="{6EB4DF9C-4715-454A-AC5D-0C9F4E3042C7}" srcId="{BAD68BCC-6140-460E-8391-3998A58ABCF7}" destId="{C39E7F4B-BC4E-4681-9183-D169A51DFC33}" srcOrd="10" destOrd="0" parTransId="{EB3D76E6-92A6-440D-95B9-342F2C453FCD}" sibTransId="{59A74963-40EF-4C13-ACED-C7B555D551E4}"/>
    <dgm:cxn modelId="{0F7F179E-4900-48DC-ADB1-92E32FC89A3A}" srcId="{BAD68BCC-6140-460E-8391-3998A58ABCF7}" destId="{D30EA025-C1F3-420C-96EC-9D5B5CF9906C}" srcOrd="5" destOrd="0" parTransId="{1413590F-0C37-42BB-8649-140791A241EE}" sibTransId="{26EBF8D9-1151-47EE-A5E1-D9F5314EAE32}"/>
    <dgm:cxn modelId="{B58A3EAE-18E9-4DD5-AAD9-64E07B8F7D77}" type="presOf" srcId="{BAD68BCC-6140-460E-8391-3998A58ABCF7}" destId="{9AE2DC9B-4FAB-40E7-AC14-9282EB329EC4}" srcOrd="0" destOrd="0" presId="urn:microsoft.com/office/officeart/2005/8/layout/default"/>
    <dgm:cxn modelId="{C3B956AE-1F63-4221-9495-E196F32BA3BC}" type="presOf" srcId="{8CFF85A9-324F-47C1-9F08-309369B136E3}" destId="{A7CEB920-5B50-4C9C-914A-84A688830C5D}" srcOrd="0" destOrd="0" presId="urn:microsoft.com/office/officeart/2005/8/layout/default"/>
    <dgm:cxn modelId="{FEF400B1-F857-4623-8265-19073D747212}" srcId="{BAD68BCC-6140-460E-8391-3998A58ABCF7}" destId="{751AD525-DE26-4B2B-88AA-52C979D4371F}" srcOrd="7" destOrd="0" parTransId="{5E77115D-8056-4B8E-9CDD-BA33C83C0084}" sibTransId="{BC2B8B01-63C9-4B75-B24D-02FE46931755}"/>
    <dgm:cxn modelId="{F356E7C1-FE6F-4A9B-8D7C-E77D7A8247EF}" type="presOf" srcId="{3A998099-45D6-40B3-9862-542D01314114}" destId="{336878DB-E9AB-4678-A271-81DACBFA0D34}" srcOrd="0" destOrd="0" presId="urn:microsoft.com/office/officeart/2005/8/layout/default"/>
    <dgm:cxn modelId="{11AB42C2-2278-4072-8B39-E6CA504170F9}" srcId="{BAD68BCC-6140-460E-8391-3998A58ABCF7}" destId="{D97BA7F9-C0EE-49D2-8702-4EBB9567EFE0}" srcOrd="6" destOrd="0" parTransId="{C3D3C831-DB7B-4AF8-B0A2-623C51EFEFBF}" sibTransId="{791D2C57-3E17-480E-95A3-4B21A15C15D2}"/>
    <dgm:cxn modelId="{2CE967C8-E403-4A2D-82AF-0BB41EA27DCC}" type="presOf" srcId="{D97BA7F9-C0EE-49D2-8702-4EBB9567EFE0}" destId="{44CD85A7-5456-4ABD-8625-30EB50EE3B1E}" srcOrd="0" destOrd="0" presId="urn:microsoft.com/office/officeart/2005/8/layout/default"/>
    <dgm:cxn modelId="{597F62D1-A919-DF47-91E2-3BF676B364E6}" srcId="{BAD68BCC-6140-460E-8391-3998A58ABCF7}" destId="{1BE7E2DE-3F46-4923-8803-0C055AC0F695}" srcOrd="13" destOrd="0" parTransId="{8EF20B6B-135C-480F-9CEC-67C9065A5B13}" sibTransId="{EF72E5BA-A8C9-43FF-AE06-EA749AB6A4B4}"/>
    <dgm:cxn modelId="{1AEF88DB-8A2E-48FA-8685-2715FAF04B64}" type="presOf" srcId="{1CB9C203-6F81-4ABF-9266-A5099C990582}" destId="{5C343D76-93C7-4F5F-9804-77FD8178023A}" srcOrd="0" destOrd="0" presId="urn:microsoft.com/office/officeart/2005/8/layout/default"/>
    <dgm:cxn modelId="{4E0233EF-37EA-4D0A-A631-9160A4A887BB}" srcId="{BAD68BCC-6140-460E-8391-3998A58ABCF7}" destId="{4D13D525-0571-4829-A86B-44F730F73451}" srcOrd="11" destOrd="0" parTransId="{C61BD43C-507F-4606-BE1C-B0B513BCE81A}" sibTransId="{803B85E1-9A9F-40CA-97D4-BE966BABACAE}"/>
    <dgm:cxn modelId="{01E049F0-FCE2-4EF2-AAC6-6D37D807B017}" type="presOf" srcId="{B13557D3-D0AA-4AF3-84FE-77895B234534}" destId="{96A28132-6048-4780-B224-236C28DFC683}" srcOrd="0" destOrd="0" presId="urn:microsoft.com/office/officeart/2005/8/layout/default"/>
    <dgm:cxn modelId="{AE3D29FA-8B19-47F7-815C-F25C275FC04F}" srcId="{BAD68BCC-6140-460E-8391-3998A58ABCF7}" destId="{B13557D3-D0AA-4AF3-84FE-77895B234534}" srcOrd="12" destOrd="0" parTransId="{D5629473-C983-4772-AA86-01265018DA12}" sibTransId="{9806B8F3-73CB-4E07-9C21-4CD4D6FDE130}"/>
    <dgm:cxn modelId="{F3E37013-64B0-41DF-A5E5-FBDE98DE5318}" type="presParOf" srcId="{9AE2DC9B-4FAB-40E7-AC14-9282EB329EC4}" destId="{A7CEB920-5B50-4C9C-914A-84A688830C5D}" srcOrd="0" destOrd="0" presId="urn:microsoft.com/office/officeart/2005/8/layout/default"/>
    <dgm:cxn modelId="{271780C2-6426-43BF-BD2A-DA55ED98D191}" type="presParOf" srcId="{9AE2DC9B-4FAB-40E7-AC14-9282EB329EC4}" destId="{BC3B8311-5993-4F0D-B048-6CB9C4D685FC}" srcOrd="1" destOrd="0" presId="urn:microsoft.com/office/officeart/2005/8/layout/default"/>
    <dgm:cxn modelId="{A4546D3B-B561-45D9-A66C-A09B6A08DC05}" type="presParOf" srcId="{9AE2DC9B-4FAB-40E7-AC14-9282EB329EC4}" destId="{D92103DB-6EFB-4636-BA08-609BF574D343}" srcOrd="2" destOrd="0" presId="urn:microsoft.com/office/officeart/2005/8/layout/default"/>
    <dgm:cxn modelId="{C378C665-5777-4D36-B4A9-95E634756C3C}" type="presParOf" srcId="{9AE2DC9B-4FAB-40E7-AC14-9282EB329EC4}" destId="{52FD3C68-B6A2-4F33-AC28-8D60A9C1D540}" srcOrd="3" destOrd="0" presId="urn:microsoft.com/office/officeart/2005/8/layout/default"/>
    <dgm:cxn modelId="{7552768A-1E33-4C85-806B-F7FE85C48446}" type="presParOf" srcId="{9AE2DC9B-4FAB-40E7-AC14-9282EB329EC4}" destId="{5C343D76-93C7-4F5F-9804-77FD8178023A}" srcOrd="4" destOrd="0" presId="urn:microsoft.com/office/officeart/2005/8/layout/default"/>
    <dgm:cxn modelId="{9F2BE763-F990-42B9-B224-7FA838600BF3}" type="presParOf" srcId="{9AE2DC9B-4FAB-40E7-AC14-9282EB329EC4}" destId="{E1DED7DA-39EA-4D6B-9AF0-64B3E715B6C5}" srcOrd="5" destOrd="0" presId="urn:microsoft.com/office/officeart/2005/8/layout/default"/>
    <dgm:cxn modelId="{60925401-5ACD-445E-B8F9-FA15F4EEEAD9}" type="presParOf" srcId="{9AE2DC9B-4FAB-40E7-AC14-9282EB329EC4}" destId="{336878DB-E9AB-4678-A271-81DACBFA0D34}" srcOrd="6" destOrd="0" presId="urn:microsoft.com/office/officeart/2005/8/layout/default"/>
    <dgm:cxn modelId="{862D8188-BC6D-481B-BA8F-4A135769E0BF}" type="presParOf" srcId="{9AE2DC9B-4FAB-40E7-AC14-9282EB329EC4}" destId="{08684D93-1CCB-4E85-83FE-A53BB6070CEC}" srcOrd="7" destOrd="0" presId="urn:microsoft.com/office/officeart/2005/8/layout/default"/>
    <dgm:cxn modelId="{1F523726-D1BD-415B-9358-C3441C156AE2}" type="presParOf" srcId="{9AE2DC9B-4FAB-40E7-AC14-9282EB329EC4}" destId="{BF3DC500-75E7-4AB7-8748-B3924CCC9F3E}" srcOrd="8" destOrd="0" presId="urn:microsoft.com/office/officeart/2005/8/layout/default"/>
    <dgm:cxn modelId="{25CFCAFF-27E5-43B4-A4F1-79A8C0CBB0CD}" type="presParOf" srcId="{9AE2DC9B-4FAB-40E7-AC14-9282EB329EC4}" destId="{40C11510-A94E-44A6-8CBB-F7EE3336F0E9}" srcOrd="9" destOrd="0" presId="urn:microsoft.com/office/officeart/2005/8/layout/default"/>
    <dgm:cxn modelId="{B65F9B7A-77A9-4AD7-9E46-31FD6B77B87B}" type="presParOf" srcId="{9AE2DC9B-4FAB-40E7-AC14-9282EB329EC4}" destId="{CB3BA8E7-848B-4550-BC39-4E415DE0EB52}" srcOrd="10" destOrd="0" presId="urn:microsoft.com/office/officeart/2005/8/layout/default"/>
    <dgm:cxn modelId="{50AFF68C-F7BE-41F5-8BF3-C2229C8426DB}" type="presParOf" srcId="{9AE2DC9B-4FAB-40E7-AC14-9282EB329EC4}" destId="{C42F1022-8AAF-4B7B-857F-8D01D1493B6C}" srcOrd="11" destOrd="0" presId="urn:microsoft.com/office/officeart/2005/8/layout/default"/>
    <dgm:cxn modelId="{8CE41F97-69C3-4470-B90F-C1EE28430FF1}" type="presParOf" srcId="{9AE2DC9B-4FAB-40E7-AC14-9282EB329EC4}" destId="{44CD85A7-5456-4ABD-8625-30EB50EE3B1E}" srcOrd="12" destOrd="0" presId="urn:microsoft.com/office/officeart/2005/8/layout/default"/>
    <dgm:cxn modelId="{FCEF52AA-61E3-453F-B36A-81CFBB3E0EC1}" type="presParOf" srcId="{9AE2DC9B-4FAB-40E7-AC14-9282EB329EC4}" destId="{341F91BD-A11E-4C96-8EEC-6BA8C36BC6BC}" srcOrd="13" destOrd="0" presId="urn:microsoft.com/office/officeart/2005/8/layout/default"/>
    <dgm:cxn modelId="{AA89C5A7-C8E9-461D-8905-5C7F181CD390}" type="presParOf" srcId="{9AE2DC9B-4FAB-40E7-AC14-9282EB329EC4}" destId="{0819735E-7F8B-4F43-90E1-5F56B4B2AD11}" srcOrd="14" destOrd="0" presId="urn:microsoft.com/office/officeart/2005/8/layout/default"/>
    <dgm:cxn modelId="{82404F01-FBF9-4CE9-83C0-E208CBCF3B5C}" type="presParOf" srcId="{9AE2DC9B-4FAB-40E7-AC14-9282EB329EC4}" destId="{79CB02AA-04DC-452E-92FF-F5204ABD49C8}" srcOrd="15" destOrd="0" presId="urn:microsoft.com/office/officeart/2005/8/layout/default"/>
    <dgm:cxn modelId="{43233355-A14E-4A9A-87B8-47114CAA04E6}" type="presParOf" srcId="{9AE2DC9B-4FAB-40E7-AC14-9282EB329EC4}" destId="{2D5411AA-5AB9-4D76-BF21-FB1C518CBCCA}" srcOrd="16" destOrd="0" presId="urn:microsoft.com/office/officeart/2005/8/layout/default"/>
    <dgm:cxn modelId="{B8F7B5A9-D552-4ABD-BD81-4B39CF073803}" type="presParOf" srcId="{9AE2DC9B-4FAB-40E7-AC14-9282EB329EC4}" destId="{FCFFA830-B852-43FA-9976-0EA25FF797E4}" srcOrd="17" destOrd="0" presId="urn:microsoft.com/office/officeart/2005/8/layout/default"/>
    <dgm:cxn modelId="{FF085D1F-295B-4AB6-941D-CC1D2BEBD157}" type="presParOf" srcId="{9AE2DC9B-4FAB-40E7-AC14-9282EB329EC4}" destId="{8EEE492C-0B10-4AF4-BA60-6F24A25B7641}" srcOrd="18" destOrd="0" presId="urn:microsoft.com/office/officeart/2005/8/layout/default"/>
    <dgm:cxn modelId="{E836BFD5-9C0B-42C8-BD50-7D44DCE459EC}" type="presParOf" srcId="{9AE2DC9B-4FAB-40E7-AC14-9282EB329EC4}" destId="{68753664-6A7E-47B6-984A-9924AC0D130D}" srcOrd="19" destOrd="0" presId="urn:microsoft.com/office/officeart/2005/8/layout/default"/>
    <dgm:cxn modelId="{8BEB1935-F7DD-4966-BCCF-81D1DCEF0294}" type="presParOf" srcId="{9AE2DC9B-4FAB-40E7-AC14-9282EB329EC4}" destId="{F1F47403-9242-47BE-8177-02FA361B9584}" srcOrd="20" destOrd="0" presId="urn:microsoft.com/office/officeart/2005/8/layout/default"/>
    <dgm:cxn modelId="{1C5F216C-AD80-4AB5-8F1D-8CC16539E9B8}" type="presParOf" srcId="{9AE2DC9B-4FAB-40E7-AC14-9282EB329EC4}" destId="{5908DB38-574D-4411-BAFF-1B815661B4BF}" srcOrd="21" destOrd="0" presId="urn:microsoft.com/office/officeart/2005/8/layout/default"/>
    <dgm:cxn modelId="{B9149CC3-1846-44A6-BFC9-69EE766B91F7}" type="presParOf" srcId="{9AE2DC9B-4FAB-40E7-AC14-9282EB329EC4}" destId="{2A6CC532-341E-4DA1-B8FF-A5D4E6DDB7C4}" srcOrd="22" destOrd="0" presId="urn:microsoft.com/office/officeart/2005/8/layout/default"/>
    <dgm:cxn modelId="{62DD1D94-1987-4EB6-8F07-C1247E76C0FC}" type="presParOf" srcId="{9AE2DC9B-4FAB-40E7-AC14-9282EB329EC4}" destId="{A0B0C816-99A2-4996-B15F-33071D4CBEDE}" srcOrd="23" destOrd="0" presId="urn:microsoft.com/office/officeart/2005/8/layout/default"/>
    <dgm:cxn modelId="{9D279E84-7B0C-4BEB-BB2F-7D135F840C33}" type="presParOf" srcId="{9AE2DC9B-4FAB-40E7-AC14-9282EB329EC4}" destId="{96A28132-6048-4780-B224-236C28DFC683}" srcOrd="24" destOrd="0" presId="urn:microsoft.com/office/officeart/2005/8/layout/default"/>
    <dgm:cxn modelId="{DB9A8EB6-3CC9-3342-935B-A5B94D01F3DB}" type="presParOf" srcId="{9AE2DC9B-4FAB-40E7-AC14-9282EB329EC4}" destId="{3608D495-4BBB-4B38-8C5D-964F36E7F2A5}" srcOrd="25" destOrd="0" presId="urn:microsoft.com/office/officeart/2005/8/layout/default"/>
    <dgm:cxn modelId="{F5252E47-6ECD-414C-81AD-9094C6CC562D}" type="presParOf" srcId="{9AE2DC9B-4FAB-40E7-AC14-9282EB329EC4}" destId="{BFA44E94-CB50-4833-B9D1-05F0B83E4431}" srcOrd="2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1019B8-02B0-4543-9B11-34256F1FB870}">
      <dsp:nvSpPr>
        <dsp:cNvPr id="0" name=""/>
        <dsp:cNvSpPr/>
      </dsp:nvSpPr>
      <dsp:spPr>
        <a:xfrm>
          <a:off x="614351" y="1958"/>
          <a:ext cx="982195" cy="98219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F25CFA-DD21-4544-8F8F-DDB5D450B646}">
      <dsp:nvSpPr>
        <dsp:cNvPr id="0" name=""/>
        <dsp:cNvSpPr/>
      </dsp:nvSpPr>
      <dsp:spPr>
        <a:xfrm>
          <a:off x="823672" y="211278"/>
          <a:ext cx="563554" cy="5635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2DD2EA-EB23-4E9B-954D-112DAB632210}">
      <dsp:nvSpPr>
        <dsp:cNvPr id="0" name=""/>
        <dsp:cNvSpPr/>
      </dsp:nvSpPr>
      <dsp:spPr>
        <a:xfrm>
          <a:off x="300371" y="1290083"/>
          <a:ext cx="1610156" cy="684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Text-based commands/messages</a:t>
          </a:r>
        </a:p>
      </dsp:txBody>
      <dsp:txXfrm>
        <a:off x="300371" y="1290083"/>
        <a:ext cx="1610156" cy="684316"/>
      </dsp:txXfrm>
    </dsp:sp>
    <dsp:sp modelId="{237553ED-A75B-4527-BF66-395486B6DC2F}">
      <dsp:nvSpPr>
        <dsp:cNvPr id="0" name=""/>
        <dsp:cNvSpPr/>
      </dsp:nvSpPr>
      <dsp:spPr>
        <a:xfrm>
          <a:off x="2506285" y="1958"/>
          <a:ext cx="982195" cy="98219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B58D03-C15B-4AEC-AFA2-8E2718AF1F9C}">
      <dsp:nvSpPr>
        <dsp:cNvPr id="0" name=""/>
        <dsp:cNvSpPr/>
      </dsp:nvSpPr>
      <dsp:spPr>
        <a:xfrm>
          <a:off x="2715605" y="211278"/>
          <a:ext cx="563554" cy="5635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E6F488-21BD-48D8-A8D7-CE2A38D0F8B5}">
      <dsp:nvSpPr>
        <dsp:cNvPr id="0" name=""/>
        <dsp:cNvSpPr/>
      </dsp:nvSpPr>
      <dsp:spPr>
        <a:xfrm>
          <a:off x="2192305" y="1290083"/>
          <a:ext cx="1610156" cy="684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Broadcast:</a:t>
          </a:r>
          <a:r>
            <a:rPr lang="en-US" sz="1100" kern="1200"/>
            <a:t> username: message</a:t>
          </a:r>
        </a:p>
      </dsp:txBody>
      <dsp:txXfrm>
        <a:off x="2192305" y="1290083"/>
        <a:ext cx="1610156" cy="684316"/>
      </dsp:txXfrm>
    </dsp:sp>
    <dsp:sp modelId="{203202C7-9284-44C8-B147-9E5080CDD22B}">
      <dsp:nvSpPr>
        <dsp:cNvPr id="0" name=""/>
        <dsp:cNvSpPr/>
      </dsp:nvSpPr>
      <dsp:spPr>
        <a:xfrm>
          <a:off x="4398219" y="1958"/>
          <a:ext cx="982195" cy="98219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E3657C-CF1D-44D4-A4D8-95CD9DD57BF3}">
      <dsp:nvSpPr>
        <dsp:cNvPr id="0" name=""/>
        <dsp:cNvSpPr/>
      </dsp:nvSpPr>
      <dsp:spPr>
        <a:xfrm>
          <a:off x="4607539" y="211278"/>
          <a:ext cx="563554" cy="5635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59E1D-1164-450F-9F20-83E7E8EDCCD2}">
      <dsp:nvSpPr>
        <dsp:cNvPr id="0" name=""/>
        <dsp:cNvSpPr/>
      </dsp:nvSpPr>
      <dsp:spPr>
        <a:xfrm>
          <a:off x="4084238" y="1290083"/>
          <a:ext cx="1610156" cy="684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Private:</a:t>
          </a:r>
          <a:r>
            <a:rPr lang="en-US" sz="1100" kern="1200"/>
            <a:t> /pm &lt;user&gt; &lt;message&gt;</a:t>
          </a:r>
        </a:p>
      </dsp:txBody>
      <dsp:txXfrm>
        <a:off x="4084238" y="1290083"/>
        <a:ext cx="1610156" cy="684316"/>
      </dsp:txXfrm>
    </dsp:sp>
    <dsp:sp modelId="{A00C09A8-1C5B-4B1B-8C87-A671272D7D83}">
      <dsp:nvSpPr>
        <dsp:cNvPr id="0" name=""/>
        <dsp:cNvSpPr/>
      </dsp:nvSpPr>
      <dsp:spPr>
        <a:xfrm>
          <a:off x="6290152" y="1958"/>
          <a:ext cx="982195" cy="98219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052267-D059-406A-951B-8BB8FA777369}">
      <dsp:nvSpPr>
        <dsp:cNvPr id="0" name=""/>
        <dsp:cNvSpPr/>
      </dsp:nvSpPr>
      <dsp:spPr>
        <a:xfrm>
          <a:off x="6499473" y="211278"/>
          <a:ext cx="563554" cy="5635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6246D5-F5CE-4ADD-90F7-A8B5269D92F3}">
      <dsp:nvSpPr>
        <dsp:cNvPr id="0" name=""/>
        <dsp:cNvSpPr/>
      </dsp:nvSpPr>
      <dsp:spPr>
        <a:xfrm>
          <a:off x="5976172" y="1290083"/>
          <a:ext cx="1610156" cy="684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Typing indicator:</a:t>
          </a:r>
          <a:r>
            <a:rPr lang="en-US" sz="1100" kern="1200"/>
            <a:t> /typing and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 /</a:t>
          </a:r>
          <a:r>
            <a:rPr lang="en-US" sz="1100" kern="1200" err="1"/>
            <a:t>stoppedtyping</a:t>
          </a:r>
          <a:endParaRPr lang="en-US" sz="1100" kern="1200"/>
        </a:p>
      </dsp:txBody>
      <dsp:txXfrm>
        <a:off x="5976172" y="1290083"/>
        <a:ext cx="1610156" cy="684316"/>
      </dsp:txXfrm>
    </dsp:sp>
    <dsp:sp modelId="{C76AD733-5FA5-44CD-87C9-C5E6555F69B7}">
      <dsp:nvSpPr>
        <dsp:cNvPr id="0" name=""/>
        <dsp:cNvSpPr/>
      </dsp:nvSpPr>
      <dsp:spPr>
        <a:xfrm>
          <a:off x="1474497" y="2376938"/>
          <a:ext cx="982195" cy="982195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DEEB7B-2AC8-452F-9AFC-735B24FA5F9F}">
      <dsp:nvSpPr>
        <dsp:cNvPr id="0" name=""/>
        <dsp:cNvSpPr/>
      </dsp:nvSpPr>
      <dsp:spPr>
        <a:xfrm>
          <a:off x="1683817" y="2586258"/>
          <a:ext cx="563554" cy="56355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0DFED-4AA5-4660-B54F-AA904F6245F0}">
      <dsp:nvSpPr>
        <dsp:cNvPr id="0" name=""/>
        <dsp:cNvSpPr/>
      </dsp:nvSpPr>
      <dsp:spPr>
        <a:xfrm>
          <a:off x="1160516" y="3665063"/>
          <a:ext cx="1610156" cy="684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AI request:</a:t>
          </a:r>
          <a:r>
            <a:rPr lang="en-US" sz="1100" kern="1200"/>
            <a:t> /askgpt &lt;question&gt;</a:t>
          </a:r>
        </a:p>
      </dsp:txBody>
      <dsp:txXfrm>
        <a:off x="1160516" y="3665063"/>
        <a:ext cx="1610156" cy="684316"/>
      </dsp:txXfrm>
    </dsp:sp>
    <dsp:sp modelId="{91C50CCC-C92E-421C-A9F4-385FDEBB1307}">
      <dsp:nvSpPr>
        <dsp:cNvPr id="0" name=""/>
        <dsp:cNvSpPr/>
      </dsp:nvSpPr>
      <dsp:spPr>
        <a:xfrm>
          <a:off x="3452252" y="2376938"/>
          <a:ext cx="982195" cy="98219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3C9AC-B458-4E29-B97E-5A3457A739BA}">
      <dsp:nvSpPr>
        <dsp:cNvPr id="0" name=""/>
        <dsp:cNvSpPr/>
      </dsp:nvSpPr>
      <dsp:spPr>
        <a:xfrm>
          <a:off x="3661572" y="2586258"/>
          <a:ext cx="563554" cy="56355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947E9A-6D14-43B1-A13B-D7D86717748F}">
      <dsp:nvSpPr>
        <dsp:cNvPr id="0" name=""/>
        <dsp:cNvSpPr/>
      </dsp:nvSpPr>
      <dsp:spPr>
        <a:xfrm>
          <a:off x="3052450" y="3665063"/>
          <a:ext cx="1781798" cy="684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Admin commands:</a:t>
          </a:r>
          <a:r>
            <a:rPr lang="en-US" sz="1100" kern="1200"/>
            <a:t> /kick, /rename, /</a:t>
          </a:r>
          <a:r>
            <a:rPr lang="en-US" sz="1100" kern="1200" err="1"/>
            <a:t>changepw</a:t>
          </a:r>
          <a:r>
            <a:rPr lang="en-US" sz="1100" kern="1200"/>
            <a:t>, /announce</a:t>
          </a:r>
        </a:p>
      </dsp:txBody>
      <dsp:txXfrm>
        <a:off x="3052450" y="3665063"/>
        <a:ext cx="1781798" cy="684316"/>
      </dsp:txXfrm>
    </dsp:sp>
    <dsp:sp modelId="{6BE9CD49-F785-4D51-9F99-776A398AE399}">
      <dsp:nvSpPr>
        <dsp:cNvPr id="0" name=""/>
        <dsp:cNvSpPr/>
      </dsp:nvSpPr>
      <dsp:spPr>
        <a:xfrm>
          <a:off x="5430007" y="2376938"/>
          <a:ext cx="982195" cy="98219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AADB88-0C8C-458E-B590-77AF32C29E63}">
      <dsp:nvSpPr>
        <dsp:cNvPr id="0" name=""/>
        <dsp:cNvSpPr/>
      </dsp:nvSpPr>
      <dsp:spPr>
        <a:xfrm>
          <a:off x="5639327" y="2586258"/>
          <a:ext cx="563554" cy="56355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80063-5F05-4B95-8933-0EF1785D3984}">
      <dsp:nvSpPr>
        <dsp:cNvPr id="0" name=""/>
        <dsp:cNvSpPr/>
      </dsp:nvSpPr>
      <dsp:spPr>
        <a:xfrm>
          <a:off x="5116026" y="3665063"/>
          <a:ext cx="1610156" cy="684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Messages tagged &amp; logged by type</a:t>
          </a:r>
        </a:p>
      </dsp:txBody>
      <dsp:txXfrm>
        <a:off x="5116026" y="3665063"/>
        <a:ext cx="1610156" cy="6843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8AD385-3F8D-B94F-BF8E-29E2D428B9E7}">
      <dsp:nvSpPr>
        <dsp:cNvPr id="0" name=""/>
        <dsp:cNvSpPr/>
      </dsp:nvSpPr>
      <dsp:spPr>
        <a:xfrm>
          <a:off x="0" y="2243"/>
          <a:ext cx="7990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3F4599-217E-5D48-A913-796293ED50E4}">
      <dsp:nvSpPr>
        <dsp:cNvPr id="0" name=""/>
        <dsp:cNvSpPr/>
      </dsp:nvSpPr>
      <dsp:spPr>
        <a:xfrm>
          <a:off x="0" y="2243"/>
          <a:ext cx="7990184" cy="76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Try/catch handling for all socket operations</a:t>
          </a:r>
          <a:endParaRPr lang="en-US" sz="2900" kern="1200"/>
        </a:p>
      </dsp:txBody>
      <dsp:txXfrm>
        <a:off x="0" y="2243"/>
        <a:ext cx="7990184" cy="764890"/>
      </dsp:txXfrm>
    </dsp:sp>
    <dsp:sp modelId="{E56DDB60-3B9C-334A-88F7-8E6B07F2557E}">
      <dsp:nvSpPr>
        <dsp:cNvPr id="0" name=""/>
        <dsp:cNvSpPr/>
      </dsp:nvSpPr>
      <dsp:spPr>
        <a:xfrm>
          <a:off x="0" y="767133"/>
          <a:ext cx="7990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275A07-AE9F-9C4B-AD0C-B6C0D865EBB0}">
      <dsp:nvSpPr>
        <dsp:cNvPr id="0" name=""/>
        <dsp:cNvSpPr/>
      </dsp:nvSpPr>
      <dsp:spPr>
        <a:xfrm>
          <a:off x="0" y="767133"/>
          <a:ext cx="7990184" cy="76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Heartbeat &amp; disconnect detection</a:t>
          </a:r>
          <a:endParaRPr lang="en-US" sz="2900" kern="1200"/>
        </a:p>
      </dsp:txBody>
      <dsp:txXfrm>
        <a:off x="0" y="767133"/>
        <a:ext cx="7990184" cy="764890"/>
      </dsp:txXfrm>
    </dsp:sp>
    <dsp:sp modelId="{9DE46EFE-7E53-D743-B14A-30107CE3C172}">
      <dsp:nvSpPr>
        <dsp:cNvPr id="0" name=""/>
        <dsp:cNvSpPr/>
      </dsp:nvSpPr>
      <dsp:spPr>
        <a:xfrm>
          <a:off x="0" y="1532023"/>
          <a:ext cx="7990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2C3F3-E482-8F46-ACAF-DAA6DD3F9B2D}">
      <dsp:nvSpPr>
        <dsp:cNvPr id="0" name=""/>
        <dsp:cNvSpPr/>
      </dsp:nvSpPr>
      <dsp:spPr>
        <a:xfrm>
          <a:off x="0" y="1532023"/>
          <a:ext cx="7990184" cy="76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Auto-cleanup on crashes or unexpected exits</a:t>
          </a:r>
          <a:endParaRPr lang="en-US" sz="2900" kern="1200"/>
        </a:p>
      </dsp:txBody>
      <dsp:txXfrm>
        <a:off x="0" y="1532023"/>
        <a:ext cx="7990184" cy="764890"/>
      </dsp:txXfrm>
    </dsp:sp>
    <dsp:sp modelId="{115F927A-19F3-424C-9775-5E0ACF3C0831}">
      <dsp:nvSpPr>
        <dsp:cNvPr id="0" name=""/>
        <dsp:cNvSpPr/>
      </dsp:nvSpPr>
      <dsp:spPr>
        <a:xfrm>
          <a:off x="0" y="2296913"/>
          <a:ext cx="7990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60100E-FEB5-0141-9423-8733C6444156}">
      <dsp:nvSpPr>
        <dsp:cNvPr id="0" name=""/>
        <dsp:cNvSpPr/>
      </dsp:nvSpPr>
      <dsp:spPr>
        <a:xfrm>
          <a:off x="0" y="2296914"/>
          <a:ext cx="7990184" cy="76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Input validation for all commands</a:t>
          </a:r>
          <a:endParaRPr lang="en-US" sz="2900" kern="1200"/>
        </a:p>
      </dsp:txBody>
      <dsp:txXfrm>
        <a:off x="0" y="2296914"/>
        <a:ext cx="7990184" cy="764890"/>
      </dsp:txXfrm>
    </dsp:sp>
    <dsp:sp modelId="{1FD34E53-8478-2748-801A-FC055AF5213E}">
      <dsp:nvSpPr>
        <dsp:cNvPr id="0" name=""/>
        <dsp:cNvSpPr/>
      </dsp:nvSpPr>
      <dsp:spPr>
        <a:xfrm>
          <a:off x="0" y="3061804"/>
          <a:ext cx="7990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B4CB9-5D71-D74E-9BD9-03835215714F}">
      <dsp:nvSpPr>
        <dsp:cNvPr id="0" name=""/>
        <dsp:cNvSpPr/>
      </dsp:nvSpPr>
      <dsp:spPr>
        <a:xfrm>
          <a:off x="0" y="3061804"/>
          <a:ext cx="7990184" cy="76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Graceful server shutdown procedure</a:t>
          </a:r>
          <a:endParaRPr lang="en-US" sz="2900" kern="1200"/>
        </a:p>
      </dsp:txBody>
      <dsp:txXfrm>
        <a:off x="0" y="3061804"/>
        <a:ext cx="7990184" cy="764890"/>
      </dsp:txXfrm>
    </dsp:sp>
    <dsp:sp modelId="{59EE3D2A-EB4C-064E-A690-06527B1E2938}">
      <dsp:nvSpPr>
        <dsp:cNvPr id="0" name=""/>
        <dsp:cNvSpPr/>
      </dsp:nvSpPr>
      <dsp:spPr>
        <a:xfrm>
          <a:off x="0" y="3826694"/>
          <a:ext cx="7990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801649-B147-1A4B-8E0B-52D0CE2266A4}">
      <dsp:nvSpPr>
        <dsp:cNvPr id="0" name=""/>
        <dsp:cNvSpPr/>
      </dsp:nvSpPr>
      <dsp:spPr>
        <a:xfrm>
          <a:off x="0" y="3826694"/>
          <a:ext cx="7990184" cy="76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Logs track all errors for debugging</a:t>
          </a:r>
          <a:endParaRPr lang="en-US" sz="2900" kern="1200"/>
        </a:p>
      </dsp:txBody>
      <dsp:txXfrm>
        <a:off x="0" y="3826694"/>
        <a:ext cx="7990184" cy="7648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2D2C25-CF3B-9F43-A460-553A84B0DEEC}">
      <dsp:nvSpPr>
        <dsp:cNvPr id="0" name=""/>
        <dsp:cNvSpPr/>
      </dsp:nvSpPr>
      <dsp:spPr>
        <a:xfrm>
          <a:off x="324601" y="2857"/>
          <a:ext cx="2294056" cy="13764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Compile all Java files</a:t>
          </a:r>
          <a:endParaRPr lang="en-US" sz="1500" kern="1200"/>
        </a:p>
      </dsp:txBody>
      <dsp:txXfrm>
        <a:off x="324601" y="2857"/>
        <a:ext cx="2294056" cy="1376434"/>
      </dsp:txXfrm>
    </dsp:sp>
    <dsp:sp modelId="{EB45CA4E-B653-D54E-9DB7-1F23F3A5E802}">
      <dsp:nvSpPr>
        <dsp:cNvPr id="0" name=""/>
        <dsp:cNvSpPr/>
      </dsp:nvSpPr>
      <dsp:spPr>
        <a:xfrm>
          <a:off x="2848063" y="2857"/>
          <a:ext cx="2294056" cy="13764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Set OPENAI_API_KEY in environment</a:t>
          </a:r>
          <a:endParaRPr lang="en-US" sz="1500" kern="1200"/>
        </a:p>
      </dsp:txBody>
      <dsp:txXfrm>
        <a:off x="2848063" y="2857"/>
        <a:ext cx="2294056" cy="1376434"/>
      </dsp:txXfrm>
    </dsp:sp>
    <dsp:sp modelId="{84B60F3D-E6D3-1746-81FD-0A09A9F47C06}">
      <dsp:nvSpPr>
        <dsp:cNvPr id="0" name=""/>
        <dsp:cNvSpPr/>
      </dsp:nvSpPr>
      <dsp:spPr>
        <a:xfrm>
          <a:off x="5371526" y="2857"/>
          <a:ext cx="2294056" cy="13764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Start server:</a:t>
          </a:r>
          <a:r>
            <a:rPr lang="en-US" sz="1500" kern="1200"/>
            <a:t> </a:t>
          </a:r>
          <a:r>
            <a:rPr lang="en-US" sz="1500" b="0" i="0" kern="1200" baseline="0"/>
            <a:t>java ChatServer 12345 </a:t>
          </a:r>
          <a:endParaRPr lang="en-US" sz="1500" kern="1200"/>
        </a:p>
      </dsp:txBody>
      <dsp:txXfrm>
        <a:off x="5371526" y="2857"/>
        <a:ext cx="2294056" cy="1376434"/>
      </dsp:txXfrm>
    </dsp:sp>
    <dsp:sp modelId="{A5A21211-7D14-9D48-AC01-FBDD58D31238}">
      <dsp:nvSpPr>
        <dsp:cNvPr id="0" name=""/>
        <dsp:cNvSpPr/>
      </dsp:nvSpPr>
      <dsp:spPr>
        <a:xfrm>
          <a:off x="324601" y="1608696"/>
          <a:ext cx="2294056" cy="13764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Clients connect using:java ChatClient localhost 12345 </a:t>
          </a:r>
          <a:endParaRPr lang="en-US" sz="1500" kern="1200"/>
        </a:p>
      </dsp:txBody>
      <dsp:txXfrm>
        <a:off x="324601" y="1608696"/>
        <a:ext cx="2294056" cy="1376434"/>
      </dsp:txXfrm>
    </dsp:sp>
    <dsp:sp modelId="{F4A9C886-BFCE-E546-BC1E-FD06141C2719}">
      <dsp:nvSpPr>
        <dsp:cNvPr id="0" name=""/>
        <dsp:cNvSpPr/>
      </dsp:nvSpPr>
      <dsp:spPr>
        <a:xfrm>
          <a:off x="2848063" y="1608696"/>
          <a:ext cx="2294056" cy="13764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Login or signup</a:t>
          </a:r>
          <a:endParaRPr lang="en-US" sz="1500" kern="1200"/>
        </a:p>
      </dsp:txBody>
      <dsp:txXfrm>
        <a:off x="2848063" y="1608696"/>
        <a:ext cx="2294056" cy="1376434"/>
      </dsp:txXfrm>
    </dsp:sp>
    <dsp:sp modelId="{D1544A36-A2FE-6740-A5D5-3BCD167B2881}">
      <dsp:nvSpPr>
        <dsp:cNvPr id="0" name=""/>
        <dsp:cNvSpPr/>
      </dsp:nvSpPr>
      <dsp:spPr>
        <a:xfrm>
          <a:off x="5371526" y="1608696"/>
          <a:ext cx="2294056" cy="13764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Start chatting or try commands like:</a:t>
          </a:r>
          <a:endParaRPr lang="en-US" sz="1500" kern="1200"/>
        </a:p>
      </dsp:txBody>
      <dsp:txXfrm>
        <a:off x="5371526" y="1608696"/>
        <a:ext cx="2294056" cy="1376434"/>
      </dsp:txXfrm>
    </dsp:sp>
    <dsp:sp modelId="{B2AEC7D2-3E25-324F-8ECB-F7E58F262683}">
      <dsp:nvSpPr>
        <dsp:cNvPr id="0" name=""/>
        <dsp:cNvSpPr/>
      </dsp:nvSpPr>
      <dsp:spPr>
        <a:xfrm>
          <a:off x="324601" y="3214536"/>
          <a:ext cx="2294056" cy="13764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/pm user Hello!</a:t>
          </a:r>
          <a:endParaRPr lang="en-US" sz="1500" kern="1200"/>
        </a:p>
      </dsp:txBody>
      <dsp:txXfrm>
        <a:off x="324601" y="3214536"/>
        <a:ext cx="2294056" cy="1376434"/>
      </dsp:txXfrm>
    </dsp:sp>
    <dsp:sp modelId="{F054B8FE-6A3D-0B43-A465-B510A72184CD}">
      <dsp:nvSpPr>
        <dsp:cNvPr id="0" name=""/>
        <dsp:cNvSpPr/>
      </dsp:nvSpPr>
      <dsp:spPr>
        <a:xfrm>
          <a:off x="2848063" y="3214536"/>
          <a:ext cx="2294056" cy="13764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/askgpt Why is Java good for networking?</a:t>
          </a:r>
          <a:endParaRPr lang="en-US" sz="1500" kern="1200"/>
        </a:p>
      </dsp:txBody>
      <dsp:txXfrm>
        <a:off x="2848063" y="3214536"/>
        <a:ext cx="2294056" cy="1376434"/>
      </dsp:txXfrm>
    </dsp:sp>
    <dsp:sp modelId="{58A8B4AD-1261-ED4C-B176-0EAC7BAA1B66}">
      <dsp:nvSpPr>
        <dsp:cNvPr id="0" name=""/>
        <dsp:cNvSpPr/>
      </dsp:nvSpPr>
      <dsp:spPr>
        <a:xfrm>
          <a:off x="5371526" y="3214536"/>
          <a:ext cx="2294056" cy="13764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/list</a:t>
          </a:r>
          <a:endParaRPr lang="en-US" sz="1500" kern="1200"/>
        </a:p>
      </dsp:txBody>
      <dsp:txXfrm>
        <a:off x="5371526" y="3214536"/>
        <a:ext cx="2294056" cy="13764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85EBD8-56C9-4FA6-BE04-3E7A4E4DCFBF}">
      <dsp:nvSpPr>
        <dsp:cNvPr id="0" name=""/>
        <dsp:cNvSpPr/>
      </dsp:nvSpPr>
      <dsp:spPr>
        <a:xfrm>
          <a:off x="287732" y="1881"/>
          <a:ext cx="3530818" cy="21184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Multi-Threading &amp; Concurrency</a:t>
          </a:r>
          <a:endParaRPr lang="en-US" sz="2100" kern="1200"/>
        </a:p>
      </dsp:txBody>
      <dsp:txXfrm>
        <a:off x="287732" y="1881"/>
        <a:ext cx="3530818" cy="2118491"/>
      </dsp:txXfrm>
    </dsp:sp>
    <dsp:sp modelId="{8E14054E-6E46-431D-8FBC-6F01E2C4815F}">
      <dsp:nvSpPr>
        <dsp:cNvPr id="0" name=""/>
        <dsp:cNvSpPr/>
      </dsp:nvSpPr>
      <dsp:spPr>
        <a:xfrm>
          <a:off x="4171632" y="1881"/>
          <a:ext cx="3530818" cy="21184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system uses: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One thread per active client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Synchronized access to shared data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Thread pool for AI requests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Clean shutdown signals for all threads</a:t>
          </a:r>
        </a:p>
      </dsp:txBody>
      <dsp:txXfrm>
        <a:off x="4171632" y="1881"/>
        <a:ext cx="3530818" cy="2118491"/>
      </dsp:txXfrm>
    </dsp:sp>
    <dsp:sp modelId="{3B426EB3-4F5F-48E1-ACE7-64F10347D054}">
      <dsp:nvSpPr>
        <dsp:cNvPr id="0" name=""/>
        <dsp:cNvSpPr/>
      </dsp:nvSpPr>
      <dsp:spPr>
        <a:xfrm>
          <a:off x="2229682" y="2473454"/>
          <a:ext cx="3530818" cy="21184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Benefits: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No blocking between users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Smooth performance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Scales well for many clients</a:t>
          </a:r>
        </a:p>
      </dsp:txBody>
      <dsp:txXfrm>
        <a:off x="2229682" y="2473454"/>
        <a:ext cx="3530818" cy="211849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70C195-408C-4AE4-A391-DD8C64450612}">
      <dsp:nvSpPr>
        <dsp:cNvPr id="0" name=""/>
        <dsp:cNvSpPr/>
      </dsp:nvSpPr>
      <dsp:spPr>
        <a:xfrm>
          <a:off x="4825920" y="2829"/>
          <a:ext cx="1018654" cy="10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>
              <a:latin typeface="Neue Haas Grotesk Text Pro"/>
            </a:rPr>
            <a:t>Txt.files</a:t>
          </a:r>
          <a:endParaRPr lang="en-US" sz="900" b="1" kern="1200"/>
        </a:p>
      </dsp:txBody>
      <dsp:txXfrm>
        <a:off x="4825920" y="2829"/>
        <a:ext cx="1018654" cy="1018654"/>
      </dsp:txXfrm>
    </dsp:sp>
    <dsp:sp modelId="{F990F405-B0B0-4E8C-8420-A91E22DC919C}">
      <dsp:nvSpPr>
        <dsp:cNvPr id="0" name=""/>
        <dsp:cNvSpPr/>
      </dsp:nvSpPr>
      <dsp:spPr>
        <a:xfrm>
          <a:off x="1645230" y="56976"/>
          <a:ext cx="5277116" cy="5277116"/>
        </a:xfrm>
        <a:prstGeom prst="circularArrow">
          <a:avLst>
            <a:gd name="adj1" fmla="val 3764"/>
            <a:gd name="adj2" fmla="val 234866"/>
            <a:gd name="adj3" fmla="val 19826814"/>
            <a:gd name="adj4" fmla="val 18605701"/>
            <a:gd name="adj5" fmla="val 4391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D4B12C1-856D-4784-AA73-865E3BEF53AA}">
      <dsp:nvSpPr>
        <dsp:cNvPr id="0" name=""/>
        <dsp:cNvSpPr/>
      </dsp:nvSpPr>
      <dsp:spPr>
        <a:xfrm>
          <a:off x="6137069" y="1646957"/>
          <a:ext cx="1018654" cy="10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HashMap&lt;String, </a:t>
          </a:r>
          <a:r>
            <a:rPr lang="en-US" sz="900" kern="1200" err="1"/>
            <a:t>ClientHandler</a:t>
          </a:r>
          <a:r>
            <a:rPr lang="en-US" sz="900" kern="1200"/>
            <a:t>&gt; — online users</a:t>
          </a:r>
        </a:p>
      </dsp:txBody>
      <dsp:txXfrm>
        <a:off x="6137069" y="1646957"/>
        <a:ext cx="1018654" cy="1018654"/>
      </dsp:txXfrm>
    </dsp:sp>
    <dsp:sp modelId="{08849768-9A05-4545-8649-7405D4E3B0B1}">
      <dsp:nvSpPr>
        <dsp:cNvPr id="0" name=""/>
        <dsp:cNvSpPr/>
      </dsp:nvSpPr>
      <dsp:spPr>
        <a:xfrm>
          <a:off x="1645230" y="56976"/>
          <a:ext cx="5277116" cy="5277116"/>
        </a:xfrm>
        <a:prstGeom prst="circularArrow">
          <a:avLst>
            <a:gd name="adj1" fmla="val 3764"/>
            <a:gd name="adj2" fmla="val 234866"/>
            <a:gd name="adj3" fmla="val 1229934"/>
            <a:gd name="adj4" fmla="val 21557551"/>
            <a:gd name="adj5" fmla="val 4391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104658-CEB2-4FD1-8F9F-B7BCACE4750C}">
      <dsp:nvSpPr>
        <dsp:cNvPr id="0" name=""/>
        <dsp:cNvSpPr/>
      </dsp:nvSpPr>
      <dsp:spPr>
        <a:xfrm>
          <a:off x="5669125" y="3697152"/>
          <a:ext cx="1018654" cy="10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HashMap&lt;String, User&gt; — stored accounts</a:t>
          </a:r>
        </a:p>
      </dsp:txBody>
      <dsp:txXfrm>
        <a:off x="5669125" y="3697152"/>
        <a:ext cx="1018654" cy="1018654"/>
      </dsp:txXfrm>
    </dsp:sp>
    <dsp:sp modelId="{D9A0C35B-E426-4951-86D0-286238BD3F2F}">
      <dsp:nvSpPr>
        <dsp:cNvPr id="0" name=""/>
        <dsp:cNvSpPr/>
      </dsp:nvSpPr>
      <dsp:spPr>
        <a:xfrm>
          <a:off x="1645230" y="56976"/>
          <a:ext cx="5277116" cy="5277116"/>
        </a:xfrm>
        <a:prstGeom prst="circularArrow">
          <a:avLst>
            <a:gd name="adj1" fmla="val 3764"/>
            <a:gd name="adj2" fmla="val 234866"/>
            <a:gd name="adj3" fmla="val 4437183"/>
            <a:gd name="adj4" fmla="val 3308044"/>
            <a:gd name="adj5" fmla="val 4391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962615-0556-43A7-B1AC-4316B9D3A9B0}">
      <dsp:nvSpPr>
        <dsp:cNvPr id="0" name=""/>
        <dsp:cNvSpPr/>
      </dsp:nvSpPr>
      <dsp:spPr>
        <a:xfrm>
          <a:off x="3774461" y="4609574"/>
          <a:ext cx="1018654" cy="10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err="1"/>
            <a:t>ArrayList</a:t>
          </a:r>
          <a:r>
            <a:rPr lang="en-US" sz="900" kern="1200"/>
            <a:t>&lt;String&gt; — history buffer</a:t>
          </a:r>
        </a:p>
      </dsp:txBody>
      <dsp:txXfrm>
        <a:off x="3774461" y="4609574"/>
        <a:ext cx="1018654" cy="1018654"/>
      </dsp:txXfrm>
    </dsp:sp>
    <dsp:sp modelId="{D1BE2233-B1A1-4176-8A93-A562F4896B25}">
      <dsp:nvSpPr>
        <dsp:cNvPr id="0" name=""/>
        <dsp:cNvSpPr/>
      </dsp:nvSpPr>
      <dsp:spPr>
        <a:xfrm>
          <a:off x="1645230" y="56976"/>
          <a:ext cx="5277116" cy="5277116"/>
        </a:xfrm>
        <a:prstGeom prst="circularArrow">
          <a:avLst>
            <a:gd name="adj1" fmla="val 3764"/>
            <a:gd name="adj2" fmla="val 234866"/>
            <a:gd name="adj3" fmla="val 7257090"/>
            <a:gd name="adj4" fmla="val 6127951"/>
            <a:gd name="adj5" fmla="val 4391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74F000-389B-4B0D-9345-5EA440984B41}">
      <dsp:nvSpPr>
        <dsp:cNvPr id="0" name=""/>
        <dsp:cNvSpPr/>
      </dsp:nvSpPr>
      <dsp:spPr>
        <a:xfrm>
          <a:off x="1879796" y="3697152"/>
          <a:ext cx="1018654" cy="10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err="1"/>
            <a:t>ExecutorService</a:t>
          </a:r>
          <a:r>
            <a:rPr lang="en-US" sz="900" kern="1200"/>
            <a:t> — async AI tasks</a:t>
          </a:r>
        </a:p>
      </dsp:txBody>
      <dsp:txXfrm>
        <a:off x="1879796" y="3697152"/>
        <a:ext cx="1018654" cy="1018654"/>
      </dsp:txXfrm>
    </dsp:sp>
    <dsp:sp modelId="{C027B948-1B2B-4628-9872-9CC162EA09FA}">
      <dsp:nvSpPr>
        <dsp:cNvPr id="0" name=""/>
        <dsp:cNvSpPr/>
      </dsp:nvSpPr>
      <dsp:spPr>
        <a:xfrm>
          <a:off x="1645230" y="56976"/>
          <a:ext cx="5277116" cy="5277116"/>
        </a:xfrm>
        <a:prstGeom prst="circularArrow">
          <a:avLst>
            <a:gd name="adj1" fmla="val 3764"/>
            <a:gd name="adj2" fmla="val 234866"/>
            <a:gd name="adj3" fmla="val 10607583"/>
            <a:gd name="adj4" fmla="val 9335200"/>
            <a:gd name="adj5" fmla="val 4391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438F9E-2168-49D6-8144-293BA1CF8A44}">
      <dsp:nvSpPr>
        <dsp:cNvPr id="0" name=""/>
        <dsp:cNvSpPr/>
      </dsp:nvSpPr>
      <dsp:spPr>
        <a:xfrm>
          <a:off x="1411852" y="1646957"/>
          <a:ext cx="1018654" cy="10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CSV logs — persistent storage</a:t>
          </a:r>
        </a:p>
      </dsp:txBody>
      <dsp:txXfrm>
        <a:off x="1411852" y="1646957"/>
        <a:ext cx="1018654" cy="1018654"/>
      </dsp:txXfrm>
    </dsp:sp>
    <dsp:sp modelId="{5DB2D62A-1A6A-44D2-9B68-DE90E3718035}">
      <dsp:nvSpPr>
        <dsp:cNvPr id="0" name=""/>
        <dsp:cNvSpPr/>
      </dsp:nvSpPr>
      <dsp:spPr>
        <a:xfrm>
          <a:off x="1645230" y="56976"/>
          <a:ext cx="5277116" cy="5277116"/>
        </a:xfrm>
        <a:prstGeom prst="circularArrow">
          <a:avLst>
            <a:gd name="adj1" fmla="val 3764"/>
            <a:gd name="adj2" fmla="val 234866"/>
            <a:gd name="adj3" fmla="val 13559433"/>
            <a:gd name="adj4" fmla="val 12338320"/>
            <a:gd name="adj5" fmla="val 4391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A64D4C2-2663-49E8-B6A1-C03F3AA9C0FC}">
      <dsp:nvSpPr>
        <dsp:cNvPr id="0" name=""/>
        <dsp:cNvSpPr/>
      </dsp:nvSpPr>
      <dsp:spPr>
        <a:xfrm>
          <a:off x="2723001" y="2829"/>
          <a:ext cx="1018654" cy="10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Each structure was selected for </a:t>
          </a:r>
          <a:r>
            <a:rPr lang="en-US" sz="900" b="1" kern="1200"/>
            <a:t>speed</a:t>
          </a:r>
          <a:r>
            <a:rPr lang="en-US" sz="900" kern="1200"/>
            <a:t>, </a:t>
          </a:r>
          <a:r>
            <a:rPr lang="en-US" sz="900" b="1" kern="1200"/>
            <a:t>memory efficiency</a:t>
          </a:r>
          <a:r>
            <a:rPr lang="en-US" sz="900" kern="1200"/>
            <a:t>, and </a:t>
          </a:r>
          <a:r>
            <a:rPr lang="en-US" sz="900" b="1" kern="1200"/>
            <a:t>thread safety</a:t>
          </a:r>
          <a:r>
            <a:rPr lang="en-US" sz="900" kern="1200"/>
            <a:t>.</a:t>
          </a:r>
        </a:p>
      </dsp:txBody>
      <dsp:txXfrm>
        <a:off x="2723001" y="2829"/>
        <a:ext cx="1018654" cy="1018654"/>
      </dsp:txXfrm>
    </dsp:sp>
    <dsp:sp modelId="{3BB0A034-FF84-4481-964A-05B85B8E2F88}">
      <dsp:nvSpPr>
        <dsp:cNvPr id="0" name=""/>
        <dsp:cNvSpPr/>
      </dsp:nvSpPr>
      <dsp:spPr>
        <a:xfrm>
          <a:off x="1645230" y="56976"/>
          <a:ext cx="5277116" cy="5277116"/>
        </a:xfrm>
        <a:prstGeom prst="circularArrow">
          <a:avLst>
            <a:gd name="adj1" fmla="val 3764"/>
            <a:gd name="adj2" fmla="val 234866"/>
            <a:gd name="adj3" fmla="val 16740757"/>
            <a:gd name="adj4" fmla="val 15424377"/>
            <a:gd name="adj5" fmla="val 4391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CEB920-5B50-4C9C-914A-84A688830C5D}">
      <dsp:nvSpPr>
        <dsp:cNvPr id="0" name=""/>
        <dsp:cNvSpPr/>
      </dsp:nvSpPr>
      <dsp:spPr>
        <a:xfrm>
          <a:off x="506511" y="156"/>
          <a:ext cx="1166920" cy="70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✅ </a:t>
          </a:r>
          <a:r>
            <a:rPr lang="en-US" sz="800" b="1" kern="1200"/>
            <a:t>Conclusion</a:t>
          </a:r>
          <a:endParaRPr lang="en-US" sz="800" kern="1200"/>
        </a:p>
      </dsp:txBody>
      <dsp:txXfrm>
        <a:off x="506511" y="156"/>
        <a:ext cx="1166920" cy="700152"/>
      </dsp:txXfrm>
    </dsp:sp>
    <dsp:sp modelId="{D92103DB-6EFB-4636-BA08-609BF574D343}">
      <dsp:nvSpPr>
        <dsp:cNvPr id="0" name=""/>
        <dsp:cNvSpPr/>
      </dsp:nvSpPr>
      <dsp:spPr>
        <a:xfrm>
          <a:off x="1790124" y="156"/>
          <a:ext cx="1166920" cy="70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Built a fully functional </a:t>
          </a:r>
          <a:r>
            <a:rPr lang="en-US" sz="800" b="1" kern="1200"/>
            <a:t>Secure Multi-User Java Socket Chat Server</a:t>
          </a:r>
          <a:endParaRPr lang="en-US" sz="800" kern="1200"/>
        </a:p>
      </dsp:txBody>
      <dsp:txXfrm>
        <a:off x="1790124" y="156"/>
        <a:ext cx="1166920" cy="700152"/>
      </dsp:txXfrm>
    </dsp:sp>
    <dsp:sp modelId="{5C343D76-93C7-4F5F-9804-77FD8178023A}">
      <dsp:nvSpPr>
        <dsp:cNvPr id="0" name=""/>
        <dsp:cNvSpPr/>
      </dsp:nvSpPr>
      <dsp:spPr>
        <a:xfrm>
          <a:off x="506511" y="817001"/>
          <a:ext cx="1166920" cy="70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Supports </a:t>
          </a:r>
          <a:r>
            <a:rPr lang="en-US" sz="800" b="1" kern="1200"/>
            <a:t>real-time messaging</a:t>
          </a:r>
          <a:r>
            <a:rPr lang="en-US" sz="800" kern="1200"/>
            <a:t>, authentication, admin tools, logging</a:t>
          </a:r>
        </a:p>
      </dsp:txBody>
      <dsp:txXfrm>
        <a:off x="506511" y="817001"/>
        <a:ext cx="1166920" cy="700152"/>
      </dsp:txXfrm>
    </dsp:sp>
    <dsp:sp modelId="{336878DB-E9AB-4678-A271-81DACBFA0D34}">
      <dsp:nvSpPr>
        <dsp:cNvPr id="0" name=""/>
        <dsp:cNvSpPr/>
      </dsp:nvSpPr>
      <dsp:spPr>
        <a:xfrm>
          <a:off x="1790124" y="817001"/>
          <a:ext cx="1166920" cy="70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Includes </a:t>
          </a:r>
          <a:r>
            <a:rPr lang="en-US" sz="800" b="1" kern="1200"/>
            <a:t>/askgpt AI integration</a:t>
          </a:r>
          <a:r>
            <a:rPr lang="en-US" sz="800" kern="1200"/>
            <a:t> for enhanced communication</a:t>
          </a:r>
        </a:p>
      </dsp:txBody>
      <dsp:txXfrm>
        <a:off x="1790124" y="817001"/>
        <a:ext cx="1166920" cy="700152"/>
      </dsp:txXfrm>
    </dsp:sp>
    <dsp:sp modelId="{BF3DC500-75E7-4AB7-8748-B3924CCC9F3E}">
      <dsp:nvSpPr>
        <dsp:cNvPr id="0" name=""/>
        <dsp:cNvSpPr/>
      </dsp:nvSpPr>
      <dsp:spPr>
        <a:xfrm>
          <a:off x="506511" y="1633845"/>
          <a:ext cx="1166920" cy="70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Demonstrates strong skills in </a:t>
          </a:r>
          <a:r>
            <a:rPr lang="en-US" sz="800" b="1" kern="1200"/>
            <a:t>Java networking, concurrency, security, and system design</a:t>
          </a:r>
          <a:endParaRPr lang="en-US" sz="800" kern="1200"/>
        </a:p>
      </dsp:txBody>
      <dsp:txXfrm>
        <a:off x="506511" y="1633845"/>
        <a:ext cx="1166920" cy="700152"/>
      </dsp:txXfrm>
    </dsp:sp>
    <dsp:sp modelId="{CB3BA8E7-848B-4550-BC39-4E415DE0EB52}">
      <dsp:nvSpPr>
        <dsp:cNvPr id="0" name=""/>
        <dsp:cNvSpPr/>
      </dsp:nvSpPr>
      <dsp:spPr>
        <a:xfrm>
          <a:off x="1790124" y="1633845"/>
          <a:ext cx="1166920" cy="70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Provides a </a:t>
          </a:r>
          <a:r>
            <a:rPr lang="en-US" sz="800" b="1" kern="1200"/>
            <a:t>scalable foundation</a:t>
          </a:r>
          <a:r>
            <a:rPr lang="en-US" sz="800" kern="1200"/>
            <a:t> for a professional messaging platform</a:t>
          </a:r>
        </a:p>
      </dsp:txBody>
      <dsp:txXfrm>
        <a:off x="1790124" y="1633845"/>
        <a:ext cx="1166920" cy="700152"/>
      </dsp:txXfrm>
    </dsp:sp>
    <dsp:sp modelId="{44CD85A7-5456-4ABD-8625-30EB50EE3B1E}">
      <dsp:nvSpPr>
        <dsp:cNvPr id="0" name=""/>
        <dsp:cNvSpPr/>
      </dsp:nvSpPr>
      <dsp:spPr>
        <a:xfrm>
          <a:off x="506511" y="2450690"/>
          <a:ext cx="1166920" cy="70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🚀 </a:t>
          </a:r>
          <a:r>
            <a:rPr lang="en-US" sz="800" b="1" kern="1200"/>
            <a:t>Future Improvements</a:t>
          </a:r>
          <a:endParaRPr lang="en-US" sz="800" kern="1200"/>
        </a:p>
      </dsp:txBody>
      <dsp:txXfrm>
        <a:off x="506511" y="2450690"/>
        <a:ext cx="1166920" cy="700152"/>
      </dsp:txXfrm>
    </dsp:sp>
    <dsp:sp modelId="{0819735E-7F8B-4F43-90E1-5F56B4B2AD11}">
      <dsp:nvSpPr>
        <dsp:cNvPr id="0" name=""/>
        <dsp:cNvSpPr/>
      </dsp:nvSpPr>
      <dsp:spPr>
        <a:xfrm>
          <a:off x="1790124" y="2450690"/>
          <a:ext cx="1166920" cy="70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Add </a:t>
          </a:r>
          <a:r>
            <a:rPr lang="en-US" sz="800" b="1" kern="1200"/>
            <a:t>SSL/TLS encryption</a:t>
          </a:r>
          <a:r>
            <a:rPr lang="en-US" sz="800" kern="1200"/>
            <a:t> for full end-to-end security</a:t>
          </a:r>
        </a:p>
      </dsp:txBody>
      <dsp:txXfrm>
        <a:off x="1790124" y="2450690"/>
        <a:ext cx="1166920" cy="700152"/>
      </dsp:txXfrm>
    </dsp:sp>
    <dsp:sp modelId="{2D5411AA-5AB9-4D76-BF21-FB1C518CBCCA}">
      <dsp:nvSpPr>
        <dsp:cNvPr id="0" name=""/>
        <dsp:cNvSpPr/>
      </dsp:nvSpPr>
      <dsp:spPr>
        <a:xfrm>
          <a:off x="506511" y="3267534"/>
          <a:ext cx="1166920" cy="70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Build a </a:t>
          </a:r>
          <a:r>
            <a:rPr lang="en-US" sz="800" b="1" kern="1200"/>
            <a:t>JavaFX/Swing GUI client</a:t>
          </a:r>
          <a:endParaRPr lang="en-US" sz="800" kern="1200"/>
        </a:p>
      </dsp:txBody>
      <dsp:txXfrm>
        <a:off x="506511" y="3267534"/>
        <a:ext cx="1166920" cy="700152"/>
      </dsp:txXfrm>
    </dsp:sp>
    <dsp:sp modelId="{8EEE492C-0B10-4AF4-BA60-6F24A25B7641}">
      <dsp:nvSpPr>
        <dsp:cNvPr id="0" name=""/>
        <dsp:cNvSpPr/>
      </dsp:nvSpPr>
      <dsp:spPr>
        <a:xfrm>
          <a:off x="1790124" y="3267534"/>
          <a:ext cx="1166920" cy="70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Implement </a:t>
          </a:r>
          <a:r>
            <a:rPr lang="en-US" sz="800" b="1" kern="1200"/>
            <a:t>file transfer</a:t>
          </a:r>
          <a:r>
            <a:rPr lang="en-US" sz="800" kern="1200"/>
            <a:t> and </a:t>
          </a:r>
          <a:r>
            <a:rPr lang="en-US" sz="800" b="1" kern="1200"/>
            <a:t>rich media support</a:t>
          </a:r>
          <a:endParaRPr lang="en-US" sz="800" kern="1200"/>
        </a:p>
      </dsp:txBody>
      <dsp:txXfrm>
        <a:off x="1790124" y="3267534"/>
        <a:ext cx="1166920" cy="700152"/>
      </dsp:txXfrm>
    </dsp:sp>
    <dsp:sp modelId="{F1F47403-9242-47BE-8177-02FA361B9584}">
      <dsp:nvSpPr>
        <dsp:cNvPr id="0" name=""/>
        <dsp:cNvSpPr/>
      </dsp:nvSpPr>
      <dsp:spPr>
        <a:xfrm>
          <a:off x="506511" y="4084379"/>
          <a:ext cx="1166920" cy="70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Migrate users/logs to a </a:t>
          </a:r>
          <a:r>
            <a:rPr lang="en-US" sz="800" b="1" kern="1200"/>
            <a:t>database backend</a:t>
          </a:r>
          <a:endParaRPr lang="en-US" sz="800" kern="1200"/>
        </a:p>
      </dsp:txBody>
      <dsp:txXfrm>
        <a:off x="506511" y="4084379"/>
        <a:ext cx="1166920" cy="700152"/>
      </dsp:txXfrm>
    </dsp:sp>
    <dsp:sp modelId="{2A6CC532-341E-4DA1-B8FF-A5D4E6DDB7C4}">
      <dsp:nvSpPr>
        <dsp:cNvPr id="0" name=""/>
        <dsp:cNvSpPr/>
      </dsp:nvSpPr>
      <dsp:spPr>
        <a:xfrm>
          <a:off x="1790124" y="4084379"/>
          <a:ext cx="1166920" cy="70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Deploy to the </a:t>
          </a:r>
          <a:r>
            <a:rPr lang="en-US" sz="800" b="1" kern="1200"/>
            <a:t>cloud</a:t>
          </a:r>
          <a:r>
            <a:rPr lang="en-US" sz="800" kern="1200"/>
            <a:t> for real-world availability</a:t>
          </a:r>
        </a:p>
      </dsp:txBody>
      <dsp:txXfrm>
        <a:off x="1790124" y="4084379"/>
        <a:ext cx="1166920" cy="700152"/>
      </dsp:txXfrm>
    </dsp:sp>
    <dsp:sp modelId="{96A28132-6048-4780-B224-236C28DFC683}">
      <dsp:nvSpPr>
        <dsp:cNvPr id="0" name=""/>
        <dsp:cNvSpPr/>
      </dsp:nvSpPr>
      <dsp:spPr>
        <a:xfrm>
          <a:off x="506511" y="4901223"/>
          <a:ext cx="1166920" cy="70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Add </a:t>
          </a:r>
          <a:r>
            <a:rPr lang="en-US" sz="800" b="1" kern="1200"/>
            <a:t>rate limiting &amp; spam detection</a:t>
          </a:r>
          <a:endParaRPr lang="en-US" sz="800" kern="1200"/>
        </a:p>
      </dsp:txBody>
      <dsp:txXfrm>
        <a:off x="506511" y="4901223"/>
        <a:ext cx="1166920" cy="700152"/>
      </dsp:txXfrm>
    </dsp:sp>
    <dsp:sp modelId="{BFA44E94-CB50-4833-B9D1-05F0B83E4431}">
      <dsp:nvSpPr>
        <dsp:cNvPr id="0" name=""/>
        <dsp:cNvSpPr/>
      </dsp:nvSpPr>
      <dsp:spPr>
        <a:xfrm>
          <a:off x="1790124" y="4901223"/>
          <a:ext cx="1166920" cy="70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Neue Haas Grotesk Text Pro"/>
            </a:rPr>
            <a:t>Build GUI interface</a:t>
          </a:r>
        </a:p>
      </dsp:txBody>
      <dsp:txXfrm>
        <a:off x="1790124" y="4901223"/>
        <a:ext cx="1166920" cy="7001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6443" y="1122363"/>
            <a:ext cx="5691116" cy="2621154"/>
          </a:xfrm>
        </p:spPr>
        <p:txBody>
          <a:bodyPr anchor="b">
            <a:normAutofit/>
          </a:bodyPr>
          <a:lstStyle>
            <a:lvl1pPr algn="ctr">
              <a:defRPr sz="53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43" y="3843709"/>
            <a:ext cx="5691116" cy="1414091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609585" indent="0" algn="ctr">
              <a:buNone/>
              <a:defRPr sz="2400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85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1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36" y="553617"/>
            <a:ext cx="6204855" cy="4008859"/>
          </a:xfr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535" y="4589464"/>
            <a:ext cx="6204855" cy="1384617"/>
          </a:xfrm>
        </p:spPr>
        <p:txBody>
          <a:bodyPr anchor="b">
            <a:normAutofit/>
          </a:bodyPr>
          <a:lstStyle>
            <a:lvl1pPr marL="0" indent="0">
              <a:buNone/>
              <a:defRPr sz="2667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23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48640"/>
            <a:ext cx="8055864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486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94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47396"/>
            <a:ext cx="8059341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685735"/>
            <a:ext cx="386834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667" b="1" cap="all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2386895"/>
            <a:ext cx="3868340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5735"/>
            <a:ext cx="3887391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667" b="1" cap="all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386895"/>
            <a:ext cx="3887392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95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05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042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70" y="553617"/>
            <a:ext cx="2696726" cy="1757505"/>
          </a:xfrm>
        </p:spPr>
        <p:txBody>
          <a:bodyPr anchor="t">
            <a:normAutofit/>
          </a:bodyPr>
          <a:lstStyle>
            <a:lvl1pPr>
              <a:defRPr sz="37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031" y="553616"/>
            <a:ext cx="4709806" cy="5486400"/>
          </a:xfrm>
        </p:spPr>
        <p:txBody>
          <a:bodyPr>
            <a:normAutofit/>
          </a:bodyPr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7870" y="2311122"/>
            <a:ext cx="2696726" cy="3728895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350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770" y="557785"/>
            <a:ext cx="2696726" cy="2212313"/>
          </a:xfrm>
        </p:spPr>
        <p:txBody>
          <a:bodyPr anchor="t">
            <a:normAutofit/>
          </a:bodyPr>
          <a:lstStyle>
            <a:lvl1pPr>
              <a:defRPr sz="37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97490" y="657103"/>
            <a:ext cx="4862765" cy="5555904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1" y="2826137"/>
            <a:ext cx="2689190" cy="3434638"/>
          </a:xfrm>
        </p:spPr>
        <p:txBody>
          <a:bodyPr anchor="b"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61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48640"/>
            <a:ext cx="78867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9486" y="1680899"/>
            <a:ext cx="78867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544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26166" y="578497"/>
            <a:ext cx="1535278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578498"/>
            <a:ext cx="6597516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51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48640"/>
            <a:ext cx="7990184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486" y="1715532"/>
            <a:ext cx="7990184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870" y="6453003"/>
            <a:ext cx="2620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7391" y="6453003"/>
            <a:ext cx="21040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4122" y="6453003"/>
            <a:ext cx="3219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9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w to design a chatbot natural and engaging">
            <a:extLst>
              <a:ext uri="{FF2B5EF4-FFF2-40B4-BE49-F238E27FC236}">
                <a16:creationId xmlns:a16="http://schemas.microsoft.com/office/drawing/2014/main" id="{31650382-5234-299C-4C6C-23C4FD784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7" t="9091" r="29947"/>
          <a:stretch>
            <a:fillRect/>
          </a:stretch>
        </p:blipFill>
        <p:spPr bwMode="auto">
          <a:xfrm>
            <a:off x="2642616" y="10"/>
            <a:ext cx="650138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-2462" y="-4230"/>
            <a:ext cx="3495939" cy="5021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400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Secure</a:t>
            </a:r>
            <a:endParaRPr lang="en-US" sz="44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endParaRPr lang="en-US"/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400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Java Socket</a:t>
            </a:r>
            <a:endParaRPr lang="en-US" sz="44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endParaRPr lang="en-US" sz="4000">
              <a:solidFill>
                <a:srgbClr val="FF0000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400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Chat Server</a:t>
            </a:r>
            <a:endParaRPr lang="en-US"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200">
                <a:solidFill>
                  <a:srgbClr val="F0F0F0"/>
                </a:solidFill>
              </a:defRPr>
            </a:pPr>
            <a:endParaRPr lang="en-US" sz="4000" b="1">
              <a:solidFill>
                <a:srgbClr val="FF0000"/>
              </a:solidFill>
              <a:latin typeface="+mj-lt"/>
              <a:ea typeface="+mj-ea"/>
              <a:cs typeface="+mj-cs"/>
            </a:endParaRPr>
          </a:p>
          <a:p>
            <a:pPr lvl="1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200">
                <a:solidFill>
                  <a:srgbClr val="F0F0F0"/>
                </a:solidFill>
              </a:defRPr>
            </a:pPr>
            <a:r>
              <a:rPr lang="en-US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Clean • Modern • Colorful • AI-enabled</a:t>
            </a:r>
          </a:p>
        </p:txBody>
      </p:sp>
      <p:pic>
        <p:nvPicPr>
          <p:cNvPr id="6" name="Picture 5" descr="icon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59" y="274320"/>
            <a:ext cx="1188720" cy="11887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07A712-A324-EC36-9647-E9E1C043FA78}"/>
              </a:ext>
            </a:extLst>
          </p:cNvPr>
          <p:cNvSpPr txBox="1"/>
          <p:nvPr/>
        </p:nvSpPr>
        <p:spPr>
          <a:xfrm>
            <a:off x="550985" y="5779477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By: Dany, Karvens, &amp; Alex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ient-Server Architecture - System Design - GeeksforGeeks">
            <a:extLst>
              <a:ext uri="{FF2B5EF4-FFF2-40B4-BE49-F238E27FC236}">
                <a16:creationId xmlns:a16="http://schemas.microsoft.com/office/drawing/2014/main" id="{4C5C5501-6CE8-AC55-4FA5-D875F2162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82" b="4578"/>
          <a:stretch>
            <a:fillRect/>
          </a:stretch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167986" y="3752850"/>
            <a:ext cx="5614060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>
                <a:latin typeface="ACADEMY ENGRAVED LET PLAIN:1.0" panose="02000000000000000000" pitchFamily="2" charset="0"/>
              </a:rPr>
              <a:t>This is a secure client‑server chat system built in Java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Uses TCP sockets for communication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Implements encryption and authentication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Includes optional AI‑powered chatbot responses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Authentication &amp; Admin controls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AI integration via /</a:t>
            </a:r>
            <a:r>
              <a:rPr lang="en-US" sz="1600" err="1"/>
              <a:t>askgpt</a:t>
            </a:r>
            <a:endParaRPr lang="en-US" sz="160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Full logging + history buffer</a:t>
            </a:r>
          </a:p>
        </p:txBody>
      </p:sp>
      <p:pic>
        <p:nvPicPr>
          <p:cNvPr id="7" name="Picture 6" descr="icon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59" y="274320"/>
            <a:ext cx="1188720" cy="11887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FBF5F2-E4B8-E825-257A-8565B225270E}"/>
              </a:ext>
            </a:extLst>
          </p:cNvPr>
          <p:cNvSpPr txBox="1"/>
          <p:nvPr/>
        </p:nvSpPr>
        <p:spPr>
          <a:xfrm>
            <a:off x="175847" y="3900488"/>
            <a:ext cx="29921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/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9F9B1F-7794-2589-D7FF-5FE8B4FDA7F3}"/>
              </a:ext>
            </a:extLst>
          </p:cNvPr>
          <p:cNvSpPr txBox="1"/>
          <p:nvPr/>
        </p:nvSpPr>
        <p:spPr>
          <a:xfrm>
            <a:off x="6115050" y="1128094"/>
            <a:ext cx="2575635" cy="14152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latin typeface="+mj-lt"/>
                <a:ea typeface="+mj-ea"/>
                <a:cs typeface="+mj-cs"/>
              </a:rPr>
              <a:t>Project Objectives</a:t>
            </a:r>
          </a:p>
        </p:txBody>
      </p:sp>
      <p:pic>
        <p:nvPicPr>
          <p:cNvPr id="4" name="Picture 2" descr="Socket Programming in Java: Building a Chat Application | ProfileTree">
            <a:extLst>
              <a:ext uri="{FF2B5EF4-FFF2-40B4-BE49-F238E27FC236}">
                <a16:creationId xmlns:a16="http://schemas.microsoft.com/office/drawing/2014/main" id="{99EB905E-A63E-BEA2-2621-FA81091AA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38" r="8982" b="-1"/>
          <a:stretch>
            <a:fillRect/>
          </a:stretch>
        </p:blipFill>
        <p:spPr bwMode="auto">
          <a:xfrm>
            <a:off x="0" y="0"/>
            <a:ext cx="583418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473024-D59C-FFED-49F7-D698B500FD57}"/>
              </a:ext>
            </a:extLst>
          </p:cNvPr>
          <p:cNvSpPr txBox="1"/>
          <p:nvPr/>
        </p:nvSpPr>
        <p:spPr>
          <a:xfrm>
            <a:off x="6115050" y="2543364"/>
            <a:ext cx="2575635" cy="35990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Learn Java networking (TCP Sockets)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Build a secure communication channel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Enable multiple clients to chat in real‑time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Integrate optional generative‑AI assistant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Improve system reliability and error handling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777105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D9A97-19ED-08A0-3316-BEB2C219D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48640"/>
            <a:ext cx="8055864" cy="1132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u="sng" kern="1200">
                <a:latin typeface="ACADEMY ENGRAVED LET PLAIN:1.0" panose="02000000000000000000" pitchFamily="2" charset="0"/>
              </a:rPr>
              <a:t>System Architecture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E6E4DD-E075-7C8F-5E70-70BFBF3EE894}"/>
              </a:ext>
            </a:extLst>
          </p:cNvPr>
          <p:cNvSpPr txBox="1"/>
          <p:nvPr/>
        </p:nvSpPr>
        <p:spPr>
          <a:xfrm>
            <a:off x="628650" y="1680898"/>
            <a:ext cx="3886200" cy="3922090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4200" b="1"/>
              <a:t>Clients (</a:t>
            </a:r>
            <a:r>
              <a:rPr lang="en-US" sz="4200" b="1" err="1"/>
              <a:t>ChatClient.java</a:t>
            </a:r>
            <a:r>
              <a:rPr lang="en-US" sz="4200" b="1"/>
              <a:t>)</a:t>
            </a:r>
            <a:endParaRPr lang="en-US" sz="4200"/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4200"/>
              <a:t>Connect to server via TCP</a:t>
            </a:r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4200"/>
              <a:t>Send/receive chat messages + /</a:t>
            </a:r>
            <a:r>
              <a:rPr lang="en-US" sz="4200" err="1"/>
              <a:t>askgpt</a:t>
            </a:r>
            <a:endParaRPr lang="en-US" sz="4200"/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4200" b="1" err="1"/>
              <a:t>ChatServer</a:t>
            </a:r>
            <a:r>
              <a:rPr lang="en-US" sz="4200" b="1"/>
              <a:t> + </a:t>
            </a:r>
            <a:r>
              <a:rPr lang="en-US" sz="4200" b="1" err="1"/>
              <a:t>ClientHandler</a:t>
            </a:r>
            <a:endParaRPr lang="en-US" sz="4200"/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4200"/>
              <a:t>Authenticates users</a:t>
            </a:r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4200"/>
              <a:t>Routes broadcast + private messages</a:t>
            </a:r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4200"/>
              <a:t>Handles admin commands</a:t>
            </a:r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4200"/>
              <a:t>Writes logs and updates </a:t>
            </a:r>
            <a:r>
              <a:rPr lang="en-US" sz="4200" err="1"/>
              <a:t>users.txt</a:t>
            </a:r>
            <a:endParaRPr lang="en-US" sz="4200"/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4200"/>
              <a:t>Spawns one thread per client</a:t>
            </a:r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4200" b="1" err="1"/>
              <a:t>AIClient</a:t>
            </a:r>
            <a:r>
              <a:rPr lang="en-US" sz="4200" b="1"/>
              <a:t> (OpenAI)</a:t>
            </a:r>
            <a:endParaRPr lang="en-US" sz="4200"/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4200"/>
              <a:t>Processes /</a:t>
            </a:r>
            <a:r>
              <a:rPr lang="en-US" sz="4200" err="1"/>
              <a:t>askgpt</a:t>
            </a:r>
            <a:r>
              <a:rPr lang="en-US" sz="4200"/>
              <a:t> requests</a:t>
            </a:r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4200"/>
              <a:t>Returns AI responses to the server</a:t>
            </a:r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4200" b="1"/>
              <a:t>Data Storage</a:t>
            </a:r>
            <a:endParaRPr lang="en-US" sz="4200"/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4200" b="1" err="1"/>
              <a:t>users.txt</a:t>
            </a:r>
            <a:r>
              <a:rPr lang="en-US" sz="4200"/>
              <a:t> → account storage</a:t>
            </a:r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4200" b="1"/>
              <a:t>logs/</a:t>
            </a:r>
            <a:r>
              <a:rPr lang="en-US" sz="4200" b="1" err="1"/>
              <a:t>chat_history.csv</a:t>
            </a:r>
            <a:r>
              <a:rPr lang="en-US" sz="4200"/>
              <a:t> → message logs</a:t>
            </a:r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4200" b="1"/>
              <a:t>logs/</a:t>
            </a:r>
            <a:r>
              <a:rPr lang="en-US" sz="4200" b="1" err="1"/>
              <a:t>connections.csv</a:t>
            </a:r>
            <a:r>
              <a:rPr lang="en-US" sz="4200"/>
              <a:t> → login/admin logs</a:t>
            </a:r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4200" b="1"/>
              <a:t>Flow</a:t>
            </a:r>
            <a:br>
              <a:rPr lang="en-US" sz="4200" b="1"/>
            </a:br>
            <a:r>
              <a:rPr lang="en-US" sz="4200" b="1"/>
              <a:t> Clients ↔ Server ↔ Logs / </a:t>
            </a:r>
            <a:r>
              <a:rPr lang="en-US" sz="4200" b="1" err="1"/>
              <a:t>users.txt</a:t>
            </a:r>
            <a:br>
              <a:rPr lang="en-US" sz="4200" b="1"/>
            </a:br>
            <a:r>
              <a:rPr lang="en-US" sz="4200" b="1"/>
              <a:t> Clients ↔ Server ↔ AI (for </a:t>
            </a:r>
            <a:r>
              <a:rPr lang="en-US" sz="4200"/>
              <a:t>/</a:t>
            </a:r>
            <a:r>
              <a:rPr lang="en-US" sz="4200" err="1"/>
              <a:t>askgpt</a:t>
            </a:r>
            <a:r>
              <a:rPr lang="en-US" sz="4200"/>
              <a:t>)</a:t>
            </a:r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500"/>
          </a:p>
        </p:txBody>
      </p:sp>
      <p:pic>
        <p:nvPicPr>
          <p:cNvPr id="8" name="Content Placeholder 7" descr="architecture.png">
            <a:extLst>
              <a:ext uri="{FF2B5EF4-FFF2-40B4-BE49-F238E27FC236}">
                <a16:creationId xmlns:a16="http://schemas.microsoft.com/office/drawing/2014/main" id="{739A16DE-DAA1-496F-0ECD-9E0A5FDE89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599794" y="1849593"/>
            <a:ext cx="5446233" cy="3158814"/>
          </a:xfrm>
          <a:prstGeom prst="rect">
            <a:avLst/>
          </a:prstGeo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2F963-3344-5EFD-3836-594BDA463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70" y="6453003"/>
            <a:ext cx="26207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58BF1F8-8BF5-F843-B42A-2271A69B5D02}" type="datetime1">
              <a:rPr lang="en-US" smtClean="0"/>
              <a:pPr>
                <a:spcAft>
                  <a:spcPts val="600"/>
                </a:spcAft>
              </a:pPr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77F99-54A0-B6AB-BF1E-36F935FA1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7391" y="6453003"/>
            <a:ext cx="21040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AD28E-69FC-48D4-2C69-AC2227A24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4122" y="6453003"/>
            <a:ext cx="32190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87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56CC89-3FEF-A2B7-2A87-A09775046E08}"/>
              </a:ext>
            </a:extLst>
          </p:cNvPr>
          <p:cNvSpPr txBox="1"/>
          <p:nvPr/>
        </p:nvSpPr>
        <p:spPr>
          <a:xfrm>
            <a:off x="363212" y="1326724"/>
            <a:ext cx="3985902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Client components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8B899D4-4AC7-76BF-A458-D8325B158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212" y="2433494"/>
            <a:ext cx="3985907" cy="28814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50" b="0" i="0" u="none" strike="noStrike" cap="none" normalizeH="0" baseline="0">
                <a:ln>
                  <a:noFill/>
                </a:ln>
                <a:effectLst/>
              </a:rPr>
              <a:t>Java socket client connecting to server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50" b="0" i="0" u="none" strike="noStrike" cap="none" normalizeH="0" baseline="0">
                <a:ln>
                  <a:noFill/>
                </a:ln>
                <a:effectLst/>
              </a:rPr>
              <a:t>Supports user login, signup, messaging, commands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50" b="0" i="0" u="none" strike="noStrike" cap="none" normalizeH="0" baseline="0">
                <a:ln>
                  <a:noFill/>
                </a:ln>
                <a:effectLst/>
              </a:rPr>
              <a:t>Sends JSON/text protocol messages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50" b="0" i="0" u="none" strike="noStrike" cap="none" normalizeH="0" baseline="0">
                <a:ln>
                  <a:noFill/>
                </a:ln>
                <a:effectLst/>
              </a:rPr>
              <a:t>Receives broadcast, private messages, system alerts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50" b="0" i="0" u="none" strike="noStrike" cap="none" normalizeH="0" baseline="0">
                <a:ln>
                  <a:noFill/>
                </a:ln>
                <a:effectLst/>
              </a:rPr>
              <a:t>Command shortcuts: /pm, /typing, /askgpt, /list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50" b="0" i="0" u="none" strike="noStrike" cap="none" normalizeH="0" baseline="0">
                <a:ln>
                  <a:noFill/>
                </a:ln>
                <a:effectLst/>
              </a:rPr>
              <a:t>Fully compatible with future GUI front-ends</a:t>
            </a:r>
          </a:p>
        </p:txBody>
      </p:sp>
      <p:pic>
        <p:nvPicPr>
          <p:cNvPr id="9" name="Graphic 8" descr="User">
            <a:extLst>
              <a:ext uri="{FF2B5EF4-FFF2-40B4-BE49-F238E27FC236}">
                <a16:creationId xmlns:a16="http://schemas.microsoft.com/office/drawing/2014/main" id="{6E2077C7-11CD-A06A-4DA4-F414CB8D3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2767" y="485518"/>
            <a:ext cx="3197870" cy="319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557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D7A72-6875-52F1-890C-99741AB4911F}"/>
              </a:ext>
            </a:extLst>
          </p:cNvPr>
          <p:cNvSpPr txBox="1"/>
          <p:nvPr/>
        </p:nvSpPr>
        <p:spPr>
          <a:xfrm>
            <a:off x="363212" y="1326724"/>
            <a:ext cx="3985902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Server components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2818B9-7D99-6BC1-06EC-DBBEF97B6920}"/>
              </a:ext>
            </a:extLst>
          </p:cNvPr>
          <p:cNvSpPr txBox="1"/>
          <p:nvPr/>
        </p:nvSpPr>
        <p:spPr>
          <a:xfrm>
            <a:off x="363212" y="2433494"/>
            <a:ext cx="3985907" cy="28814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Manages all client connections via </a:t>
            </a:r>
            <a:r>
              <a:rPr lang="en-US" altLang="en-US" b="1" err="1"/>
              <a:t>ServerSocket</a:t>
            </a:r>
            <a:endParaRPr lang="en-US" altLang="en-US"/>
          </a:p>
          <a:p>
            <a:pPr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Spawns a </a:t>
            </a:r>
            <a:r>
              <a:rPr lang="en-US" altLang="en-US" b="1" err="1"/>
              <a:t>ClientHandler</a:t>
            </a:r>
            <a:r>
              <a:rPr lang="en-US" altLang="en-US"/>
              <a:t> thread per user</a:t>
            </a:r>
          </a:p>
          <a:p>
            <a:pPr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Maintains online user list and message routing</a:t>
            </a:r>
          </a:p>
          <a:p>
            <a:pPr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Enforces authentication + admin privileges</a:t>
            </a:r>
          </a:p>
          <a:p>
            <a:pPr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Handles AI requests asynchronously</a:t>
            </a:r>
          </a:p>
          <a:p>
            <a:pPr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Maintains history buffer (last 1000 messages)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50"/>
          </a:p>
        </p:txBody>
      </p:sp>
      <p:pic>
        <p:nvPicPr>
          <p:cNvPr id="11" name="Graphic 10" descr="Computer">
            <a:extLst>
              <a:ext uri="{FF2B5EF4-FFF2-40B4-BE49-F238E27FC236}">
                <a16:creationId xmlns:a16="http://schemas.microsoft.com/office/drawing/2014/main" id="{A50CCDCF-153C-7C89-9502-938C1676C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2767" y="485518"/>
            <a:ext cx="3197870" cy="319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689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igital padlock art">
            <a:extLst>
              <a:ext uri="{FF2B5EF4-FFF2-40B4-BE49-F238E27FC236}">
                <a16:creationId xmlns:a16="http://schemas.microsoft.com/office/drawing/2014/main" id="{25CA2DF3-6F5A-9E70-D25B-ED715E42ED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69" r="45444" b="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25D2CF85-7E03-49FC-4630-95910C46A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6487" y="2691684"/>
            <a:ext cx="3935505" cy="354839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Uses users.txt for account storage</a:t>
            </a:r>
          </a:p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Passwords stored using 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SHA-256 hashing</a:t>
            </a:r>
            <a:endParaRPr lang="en-US" altLang="en-US" sz="1700"/>
          </a:p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Supports 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signup, login, password change</a:t>
            </a:r>
            <a:endParaRPr lang="en-US" altLang="en-US" sz="1700"/>
          </a:p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Auto-creates default admin if none exists</a:t>
            </a:r>
            <a:endParaRPr lang="en-US" altLang="en-US" sz="1700" b="0" i="0" u="none" strike="noStrike" cap="none" normalizeH="0" baseline="0">
              <a:ln>
                <a:noFill/>
              </a:ln>
              <a:effectLst/>
            </a:endParaRPr>
          </a:p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Logs: LOGIN_SUCCESS / LOGIN_FAIL / SIGNUP_SUCCESS</a:t>
            </a:r>
            <a:endParaRPr lang="en-US" altLang="en-US" sz="1700" b="0" i="0" u="none" strike="noStrike" cap="none" normalizeH="0" baseline="0">
              <a:ln>
                <a:noFill/>
              </a:ln>
              <a:effectLst/>
            </a:endParaRPr>
          </a:p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Legacy plaintext upgraded automatically</a:t>
            </a:r>
            <a:endParaRPr lang="en-US" altLang="en-US" sz="17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DF3E37-3AD8-53FA-0567-C074EE1CA458}"/>
              </a:ext>
            </a:extLst>
          </p:cNvPr>
          <p:cNvSpPr txBox="1"/>
          <p:nvPr/>
        </p:nvSpPr>
        <p:spPr>
          <a:xfrm>
            <a:off x="4806462" y="527538"/>
            <a:ext cx="3915507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4400" b="1">
                <a:latin typeface="ACADEMY ENGRAVED LET PLAIN:1.0" panose="02000000000000000000" pitchFamily="2" charset="0"/>
              </a:rPr>
              <a:t>Authentication System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3212" y="1326724"/>
            <a:ext cx="3985902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Admin Controls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86E909A-2962-78D1-01BC-9D59D2AD9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212" y="2433494"/>
            <a:ext cx="3985907" cy="28814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350" b="1"/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50" b="0" i="0" u="none" strike="noStrike" cap="none" normalizeH="0" baseline="0">
                <a:ln>
                  <a:noFill/>
                </a:ln>
                <a:effectLst/>
              </a:rPr>
              <a:t>/kick &lt;user&gt; — forcibly disconnect user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50" b="0" i="0" u="none" strike="noStrike" cap="none" normalizeH="0" baseline="0">
                <a:ln>
                  <a:noFill/>
                </a:ln>
                <a:effectLst/>
              </a:rPr>
              <a:t>/changepw &lt;user&gt; — reset account password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50" b="0" i="0" u="none" strike="noStrike" cap="none" normalizeH="0" baseline="0">
                <a:ln>
                  <a:noFill/>
                </a:ln>
                <a:effectLst/>
              </a:rPr>
              <a:t>/rename &lt;old&gt; &lt;new&gt; — rename active user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50" b="0" i="0" u="none" strike="noStrike" cap="none" normalizeH="0" baseline="0">
                <a:ln>
                  <a:noFill/>
                </a:ln>
                <a:effectLst/>
              </a:rPr>
              <a:t>/announce &lt;msg&gt; — global system message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50" b="0" i="0" u="none" strike="noStrike" cap="none" normalizeH="0" baseline="0">
                <a:ln>
                  <a:noFill/>
                </a:ln>
                <a:effectLst/>
              </a:rPr>
              <a:t>/exit-server — shutdown server safely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50" b="0" i="0" u="none" strike="noStrike" cap="none" normalizeH="0" baseline="0">
                <a:ln>
                  <a:noFill/>
                </a:ln>
                <a:effectLst/>
              </a:rPr>
              <a:t>All actions logged with timestamps &amp; IP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350" b="0" i="0" u="none" strike="noStrike" cap="none" normalizeH="0" baseline="0">
              <a:ln>
                <a:noFill/>
              </a:ln>
              <a:effectLst/>
            </a:endParaRPr>
          </a:p>
        </p:txBody>
      </p:sp>
      <p:pic>
        <p:nvPicPr>
          <p:cNvPr id="24" name="Graphic 23" descr="User">
            <a:extLst>
              <a:ext uri="{FF2B5EF4-FFF2-40B4-BE49-F238E27FC236}">
                <a16:creationId xmlns:a16="http://schemas.microsoft.com/office/drawing/2014/main" id="{ECD13592-B941-3940-3C15-7E871A784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2767" y="485518"/>
            <a:ext cx="3197870" cy="319787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226906-0A7C-3B8F-E692-0D466BC63BDB}"/>
              </a:ext>
            </a:extLst>
          </p:cNvPr>
          <p:cNvSpPr txBox="1"/>
          <p:nvPr/>
        </p:nvSpPr>
        <p:spPr>
          <a:xfrm>
            <a:off x="1805858" y="501650"/>
            <a:ext cx="55322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4000">
                <a:latin typeface="ACADEMY ENGRAVED LET PLAIN:1.0" panose="02000000000000000000" pitchFamily="2" charset="0"/>
              </a:rPr>
              <a:t>Communication protocol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87C82270-6C03-9870-7A78-9E8FE7F702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3271110"/>
              </p:ext>
            </p:extLst>
          </p:nvPr>
        </p:nvGraphicFramePr>
        <p:xfrm>
          <a:off x="434622" y="1897343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4945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7CFD50-4D18-E902-7F76-25051F8CDF2E}"/>
              </a:ext>
            </a:extLst>
          </p:cNvPr>
          <p:cNvSpPr txBox="1"/>
          <p:nvPr/>
        </p:nvSpPr>
        <p:spPr>
          <a:xfrm>
            <a:off x="6059983" y="237299"/>
            <a:ext cx="2526926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>
                <a:latin typeface="ACADEMY ENGRAVED LET PLAIN:1.0" panose="02000000000000000000" pitchFamily="2" charset="0"/>
                <a:ea typeface="+mj-ea"/>
                <a:cs typeface="+mj-cs"/>
              </a:rPr>
              <a:t>AI </a:t>
            </a:r>
            <a:r>
              <a:rPr lang="en-US" sz="3600" err="1">
                <a:latin typeface="ACADEMY ENGRAVED LET PLAIN:1.0" panose="02000000000000000000" pitchFamily="2" charset="0"/>
                <a:ea typeface="+mj-ea"/>
                <a:cs typeface="+mj-cs"/>
              </a:rPr>
              <a:t>Intergration</a:t>
            </a:r>
            <a:endParaRPr lang="en-US" sz="3600">
              <a:latin typeface="ACADEMY ENGRAVED LET PLAIN:1.0" panose="02000000000000000000" pitchFamily="2" charset="0"/>
              <a:ea typeface="+mj-ea"/>
              <a:cs typeface="+mj-cs"/>
            </a:endParaRPr>
          </a:p>
        </p:txBody>
      </p:sp>
      <p:pic>
        <p:nvPicPr>
          <p:cNvPr id="9" name="Picture 8" descr="Computer script on a screen">
            <a:extLst>
              <a:ext uri="{FF2B5EF4-FFF2-40B4-BE49-F238E27FC236}">
                <a16:creationId xmlns:a16="http://schemas.microsoft.com/office/drawing/2014/main" id="{EBF34321-361A-2752-E252-85C4AF89BD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0" r="42912" b="-1"/>
          <a:stretch>
            <a:fillRect/>
          </a:stretch>
        </p:blipFill>
        <p:spPr>
          <a:xfrm>
            <a:off x="20" y="10"/>
            <a:ext cx="5542677" cy="6857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03ED2E-B9E9-D534-6B3A-977ACF4254A1}"/>
              </a:ext>
            </a:extLst>
          </p:cNvPr>
          <p:cNvSpPr txBox="1"/>
          <p:nvPr/>
        </p:nvSpPr>
        <p:spPr>
          <a:xfrm>
            <a:off x="6059983" y="2572560"/>
            <a:ext cx="2526926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/>
          <a:p>
            <a:pPr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700"/>
              <a:t>Command: </a:t>
            </a:r>
            <a:r>
              <a:rPr lang="en-US" altLang="en-US" sz="1700" b="1"/>
              <a:t>/</a:t>
            </a:r>
            <a:r>
              <a:rPr lang="en-US" altLang="en-US" sz="1700" b="1" err="1"/>
              <a:t>askgpt</a:t>
            </a:r>
            <a:r>
              <a:rPr lang="en-US" altLang="en-US" sz="1700" b="1"/>
              <a:t> &lt;question&gt;</a:t>
            </a:r>
            <a:endParaRPr lang="en-US" altLang="en-US" sz="1700"/>
          </a:p>
          <a:p>
            <a:pPr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700"/>
              <a:t>Server forwards request to </a:t>
            </a:r>
            <a:r>
              <a:rPr lang="en-US" altLang="en-US" sz="1700" b="1" err="1"/>
              <a:t>AIClient</a:t>
            </a:r>
            <a:endParaRPr lang="en-US" altLang="en-US" sz="1700"/>
          </a:p>
          <a:p>
            <a:pPr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700" err="1"/>
              <a:t>AIClient</a:t>
            </a:r>
            <a:r>
              <a:rPr lang="en-US" altLang="en-US" sz="1700"/>
              <a:t> calls </a:t>
            </a:r>
            <a:r>
              <a:rPr lang="en-US" altLang="en-US" sz="1700" b="1"/>
              <a:t>OpenAI API</a:t>
            </a:r>
            <a:r>
              <a:rPr lang="en-US" altLang="en-US" sz="1700"/>
              <a:t> asynchronously</a:t>
            </a:r>
          </a:p>
          <a:p>
            <a:pPr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700"/>
              <a:t>Response returned only to requesting client</a:t>
            </a:r>
          </a:p>
          <a:p>
            <a:pPr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700"/>
              <a:t>Perfect for: coding help, summaries, Q&amp;A</a:t>
            </a:r>
          </a:p>
          <a:p>
            <a:pPr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700"/>
              <a:t>Fully optional feature (non-blocking)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580560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EE324A-DCA1-D663-80AF-8825F753D96D}"/>
              </a:ext>
            </a:extLst>
          </p:cNvPr>
          <p:cNvSpPr txBox="1"/>
          <p:nvPr/>
        </p:nvSpPr>
        <p:spPr>
          <a:xfrm>
            <a:off x="459486" y="548640"/>
            <a:ext cx="7990184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latin typeface="+mj-lt"/>
                <a:ea typeface="+mj-ea"/>
                <a:cs typeface="+mj-cs"/>
              </a:rPr>
              <a:t>AI Integration / AI Request Flow</a:t>
            </a:r>
          </a:p>
        </p:txBody>
      </p:sp>
      <p:pic>
        <p:nvPicPr>
          <p:cNvPr id="3" name="Picture 2" descr="ai_flow.png">
            <a:extLst>
              <a:ext uri="{FF2B5EF4-FFF2-40B4-BE49-F238E27FC236}">
                <a16:creationId xmlns:a16="http://schemas.microsoft.com/office/drawing/2014/main" id="{035F2A73-951A-A131-A5F6-C8BC03753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" y="2034875"/>
            <a:ext cx="7990184" cy="3955141"/>
          </a:xfrm>
          <a:prstGeom prst="rect">
            <a:avLst/>
          </a:prstGeom>
          <a:noFill/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FD0819A-4596-FC51-F0C4-C6699BED9F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70" y="6453003"/>
            <a:ext cx="2620736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D3707EE3-29D4-4DD5-8185-5FD12EE19A09}" type="datetime1">
              <a:rPr lang="en-US"/>
              <a:pPr>
                <a:spcAft>
                  <a:spcPts val="600"/>
                </a:spcAft>
              </a:pPr>
              <a:t>12/4/2025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E35148-6F8C-D845-D7A4-3D53457B2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7391" y="6453003"/>
            <a:ext cx="210405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8997EE7-7E42-DD58-6340-C1A6FA231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4122" y="6453003"/>
            <a:ext cx="32190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083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DAD3F-B2CF-2585-4922-A87326C5C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48640"/>
            <a:ext cx="7990184" cy="1132258"/>
          </a:xfrm>
        </p:spPr>
        <p:txBody>
          <a:bodyPr anchor="t">
            <a:normAutofit/>
          </a:bodyPr>
          <a:lstStyle/>
          <a:p>
            <a:r>
              <a:rPr lang="en-US"/>
              <a:t>Error Handling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18800-55B1-15E0-0C72-3B3D483B05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70" y="6453003"/>
            <a:ext cx="262073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1E19383-FF2E-414C-93C5-1065FF34E4BD}" type="datetime1">
              <a:rPr lang="en-US" smtClean="0"/>
              <a:pPr>
                <a:spcAft>
                  <a:spcPts val="600"/>
                </a:spcAft>
              </a:pPr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3DD2B-BC5A-BA5C-0021-4E155E054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7391" y="6453003"/>
            <a:ext cx="2104054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80622-6661-F079-ED50-B2654B178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2500" y="6453003"/>
            <a:ext cx="47352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525034CE-6D5E-37E5-5CAA-EEEF904A84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3714349"/>
              </p:ext>
            </p:extLst>
          </p:nvPr>
        </p:nvGraphicFramePr>
        <p:xfrm>
          <a:off x="459486" y="1715532"/>
          <a:ext cx="7990184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1528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15419-F220-7FC8-006E-BA0D52F2A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48640"/>
            <a:ext cx="7990184" cy="1132258"/>
          </a:xfrm>
        </p:spPr>
        <p:txBody>
          <a:bodyPr anchor="t">
            <a:normAutofit/>
          </a:bodyPr>
          <a:lstStyle/>
          <a:p>
            <a:r>
              <a:rPr lang="en-US"/>
              <a:t>How to Run the system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B909F-5757-1131-8F33-6D23121A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70" y="6453003"/>
            <a:ext cx="262073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B406036-9DC0-A441-8693-82014108CBCC}" type="datetime1">
              <a:rPr lang="en-US" smtClean="0"/>
              <a:pPr>
                <a:spcAft>
                  <a:spcPts val="600"/>
                </a:spcAft>
              </a:pPr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51985-6B92-D203-F01B-2768CD228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7391" y="6453003"/>
            <a:ext cx="2104054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AB5A4-990E-B444-FA3E-8284B4D0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4738" y="6453003"/>
            <a:ext cx="44128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A8D2C3AF-BBA8-9259-EBED-2BBEC0E9F7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7276702"/>
              </p:ext>
            </p:extLst>
          </p:nvPr>
        </p:nvGraphicFramePr>
        <p:xfrm>
          <a:off x="459486" y="1715532"/>
          <a:ext cx="7990184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7834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d_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5335948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Chat Features: </a:t>
            </a:r>
            <a:endParaRPr lang="en-US"/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Messaging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5804794" cy="280076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rPr lang="en-US">
                <a:ea typeface="+mn-lt"/>
                <a:cs typeface="+mn-lt"/>
              </a:rPr>
              <a:t>Real-time broadcast chat</a:t>
            </a:r>
            <a:endParaRPr lang="en-US"/>
          </a:p>
          <a:p>
            <a:pPr marL="285750" indent="-285750">
              <a:buFont typeface="Arial"/>
              <a:buChar char="•"/>
              <a:defRPr sz="2000">
                <a:solidFill>
                  <a:srgbClr val="EBEBEB"/>
                </a:solidFill>
              </a:defRPr>
            </a:pPr>
            <a:r>
              <a:rPr lang="en-US" sz="2200">
                <a:ea typeface="+mn-lt"/>
                <a:cs typeface="+mn-lt"/>
              </a:rPr>
              <a:t>Private messages using </a:t>
            </a:r>
            <a:r>
              <a:rPr lang="en-US" sz="2200">
                <a:latin typeface="Consolas"/>
              </a:rPr>
              <a:t>/pm</a:t>
            </a:r>
          </a:p>
          <a:p>
            <a:pPr marL="285750" indent="-285750">
              <a:buFont typeface="Arial"/>
              <a:buChar char="•"/>
              <a:defRPr sz="2000">
                <a:solidFill>
                  <a:srgbClr val="EBEBEB"/>
                </a:solidFill>
              </a:defRPr>
            </a:pPr>
            <a:r>
              <a:rPr lang="en-US" sz="2200">
                <a:ea typeface="+mn-lt"/>
                <a:cs typeface="+mn-lt"/>
              </a:rPr>
              <a:t>System announcements for joins/leaves</a:t>
            </a:r>
            <a:endParaRPr lang="en-US"/>
          </a:p>
          <a:p>
            <a:pPr marL="285750" indent="-285750">
              <a:buFont typeface="Arial"/>
              <a:buChar char="•"/>
              <a:defRPr sz="2000">
                <a:solidFill>
                  <a:srgbClr val="EBEBEB"/>
                </a:solidFill>
              </a:defRPr>
            </a:pPr>
            <a:r>
              <a:rPr lang="en-US" sz="2200">
                <a:ea typeface="+mn-lt"/>
                <a:cs typeface="+mn-lt"/>
              </a:rPr>
              <a:t>Auto-formatted messages for readability</a:t>
            </a:r>
            <a:endParaRPr lang="en-US"/>
          </a:p>
          <a:p>
            <a:pPr marL="285750" indent="-285750">
              <a:buFont typeface="Arial"/>
              <a:buChar char="•"/>
              <a:defRPr sz="2000">
                <a:solidFill>
                  <a:srgbClr val="EBEBEB"/>
                </a:solidFill>
              </a:defRPr>
            </a:pPr>
            <a:r>
              <a:rPr lang="en-US" sz="2200">
                <a:ea typeface="+mn-lt"/>
                <a:cs typeface="+mn-lt"/>
              </a:rPr>
              <a:t>AI messages returned privately</a:t>
            </a:r>
            <a:endParaRPr lang="en-US"/>
          </a:p>
          <a:p>
            <a:pPr marL="285750" indent="-285750">
              <a:buFont typeface="Arial"/>
              <a:buChar char="•"/>
              <a:defRPr sz="2000">
                <a:solidFill>
                  <a:srgbClr val="EBEBEB"/>
                </a:solidFill>
              </a:defRPr>
            </a:pPr>
            <a:r>
              <a:rPr lang="en-US" sz="2200">
                <a:ea typeface="+mn-lt"/>
                <a:cs typeface="+mn-lt"/>
              </a:rPr>
              <a:t>Admin messages labeled distinctly</a:t>
            </a:r>
            <a:endParaRPr lang="en-US"/>
          </a:p>
          <a:p>
            <a:pPr>
              <a:defRPr sz="2000">
                <a:solidFill>
                  <a:srgbClr val="EBEBEB"/>
                </a:solidFill>
              </a:defRPr>
            </a:pPr>
            <a:r>
              <a:rPr lang="en-US" sz="2200">
                <a:ea typeface="+mn-lt"/>
                <a:cs typeface="+mn-lt"/>
              </a:rPr>
              <a:t>Simple and intuitive for any user.</a:t>
            </a:r>
            <a:endParaRPr lang="en-US"/>
          </a:p>
          <a:p>
            <a:pPr>
              <a:defRPr sz="2000">
                <a:solidFill>
                  <a:srgbClr val="EBEBEB"/>
                </a:solidFill>
              </a:defRPr>
            </a:pPr>
            <a:endParaRPr lang="en-US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504BEAA-9778-FE5D-4BF5-43398DBB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48640"/>
            <a:ext cx="7990184" cy="1132258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Multi-Threading &amp; Concurrency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9C6FC0-52E9-3BD7-5DED-EE3FB7C1B3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70" y="6453003"/>
            <a:ext cx="26207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0E4C5FA-C337-4E57-9439-47DC240EDFC4}" type="datetime1">
              <a:pPr>
                <a:spcAft>
                  <a:spcPts val="600"/>
                </a:spcAft>
              </a:pPr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0D363-874A-9028-1226-B9E2D15CE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7391" y="6453003"/>
            <a:ext cx="21040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750FF-F6B7-9D8D-EAB7-BDA561FDB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4122" y="6453003"/>
            <a:ext cx="321905" cy="365125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60888659-196A-272A-2AB8-217A584ABA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1870863"/>
              </p:ext>
            </p:extLst>
          </p:nvPr>
        </p:nvGraphicFramePr>
        <p:xfrm>
          <a:off x="459486" y="1715532"/>
          <a:ext cx="7990184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5807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3E88FFFC-8F69-5BA3-2CE1-097D0AF73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48640"/>
            <a:ext cx="8055864" cy="1132258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Data Structures Used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A1A8C8-EEB0-7321-5348-30B1AE02E5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70" y="6453003"/>
            <a:ext cx="26207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8FEB320-CB16-4B77-86F1-4DD2C13FD2DA}" type="datetime1">
              <a:pPr>
                <a:spcAft>
                  <a:spcPts val="600"/>
                </a:spcAft>
              </a:pPr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B5440E-6362-95E3-F482-C237B6374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7391" y="6453003"/>
            <a:ext cx="21040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C0C36-9F6A-8CF0-095B-A70AEE387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4122" y="6453003"/>
            <a:ext cx="321905" cy="365125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graphicFrame>
        <p:nvGraphicFramePr>
          <p:cNvPr id="14" name="TextBox 4">
            <a:extLst>
              <a:ext uri="{FF2B5EF4-FFF2-40B4-BE49-F238E27FC236}">
                <a16:creationId xmlns:a16="http://schemas.microsoft.com/office/drawing/2014/main" id="{6FB871BA-EAE6-7A56-5DA7-C42F8AD61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1323688"/>
              </p:ext>
            </p:extLst>
          </p:nvPr>
        </p:nvGraphicFramePr>
        <p:xfrm>
          <a:off x="461849" y="1224047"/>
          <a:ext cx="8567577" cy="5631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5437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d_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4925387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Chat Features: </a:t>
            </a:r>
            <a:endParaRPr lang="en-US"/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Typing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754" y="3127336"/>
            <a:ext cx="8820043" cy="246221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lang="en-US">
                <a:ea typeface="+mn-lt"/>
                <a:cs typeface="+mn-lt"/>
              </a:rPr>
              <a:t>The server supports real-time typing status:</a:t>
            </a:r>
            <a:endParaRPr lang="en-US"/>
          </a:p>
          <a:p>
            <a:pPr marL="285750" indent="-285750"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rPr lang="en-US">
                <a:latin typeface="Consolas"/>
              </a:rPr>
              <a:t>/typing</a:t>
            </a:r>
            <a:r>
              <a:rPr lang="en-US">
                <a:ea typeface="+mn-lt"/>
                <a:cs typeface="+mn-lt"/>
              </a:rPr>
              <a:t> while user is typing</a:t>
            </a:r>
            <a:endParaRPr lang="en-US"/>
          </a:p>
          <a:p>
            <a:pPr marL="285750" indent="-285750"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rPr lang="en-US">
                <a:latin typeface="Consolas"/>
              </a:rPr>
              <a:t>/</a:t>
            </a:r>
            <a:r>
              <a:rPr lang="en-US" err="1">
                <a:latin typeface="Consolas"/>
              </a:rPr>
              <a:t>stoppedtyping</a:t>
            </a:r>
            <a:r>
              <a:rPr lang="en-US">
                <a:ea typeface="+mn-lt"/>
                <a:cs typeface="+mn-lt"/>
              </a:rPr>
              <a:t> when idle</a:t>
            </a:r>
            <a:endParaRPr/>
          </a:p>
          <a:p>
            <a:pPr marL="285750" indent="-285750">
              <a:buFont typeface="Arial"/>
              <a:buChar char="•"/>
              <a:defRPr sz="2000">
                <a:solidFill>
                  <a:srgbClr val="EBEBEB"/>
                </a:solidFill>
              </a:defRPr>
            </a:pPr>
            <a:r>
              <a:rPr lang="en-US" sz="2200">
                <a:ea typeface="+mn-lt"/>
                <a:cs typeface="+mn-lt"/>
              </a:rPr>
              <a:t>Broadcast to all active users</a:t>
            </a:r>
            <a:endParaRPr lang="en-US"/>
          </a:p>
          <a:p>
            <a:pPr marL="285750" indent="-285750">
              <a:buFont typeface="Arial"/>
              <a:buChar char="•"/>
              <a:defRPr sz="2000">
                <a:solidFill>
                  <a:srgbClr val="EBEBEB"/>
                </a:solidFill>
              </a:defRPr>
            </a:pPr>
            <a:r>
              <a:rPr lang="en-US" sz="2200">
                <a:ea typeface="+mn-lt"/>
                <a:cs typeface="+mn-lt"/>
              </a:rPr>
              <a:t>Automatically reset when user sends a message or disconnects</a:t>
            </a:r>
            <a:endParaRPr lang="en-US"/>
          </a:p>
          <a:p>
            <a:pPr>
              <a:defRPr sz="2000">
                <a:solidFill>
                  <a:srgbClr val="EBEBEB"/>
                </a:solidFill>
              </a:defRPr>
            </a:pPr>
            <a:r>
              <a:rPr lang="en-US" sz="2200">
                <a:ea typeface="+mn-lt"/>
                <a:cs typeface="+mn-lt"/>
              </a:rPr>
              <a:t>Adds a modern chat-like interaction experience.</a:t>
            </a:r>
            <a:endParaRPr/>
          </a:p>
          <a:p>
            <a:pPr>
              <a:defRPr sz="2000">
                <a:solidFill>
                  <a:srgbClr val="EBEBEB"/>
                </a:solidFill>
              </a:defRPr>
            </a:pPr>
            <a:endParaRPr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d_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Chat Features: History Buffer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25" y="2361690"/>
            <a:ext cx="9190336" cy="347787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lang="en-US">
                <a:ea typeface="+mn-lt"/>
                <a:cs typeface="+mn-lt"/>
              </a:rPr>
              <a:t>When a user logs in, they receive:</a:t>
            </a:r>
            <a:endParaRPr lang="en-US"/>
          </a:p>
          <a:p>
            <a:pPr>
              <a:defRPr sz="2000">
                <a:solidFill>
                  <a:srgbClr val="EBEBEB"/>
                </a:solidFill>
              </a:defRPr>
            </a:pPr>
            <a:r>
              <a:rPr lang="en-US" sz="2200" b="1">
                <a:ea typeface="+mn-lt"/>
                <a:cs typeface="+mn-lt"/>
              </a:rPr>
              <a:t>“=== Last 1000 Messages ===”</a:t>
            </a:r>
            <a:endParaRPr lang="en-US"/>
          </a:p>
          <a:p>
            <a:pPr>
              <a:defRPr sz="2000">
                <a:solidFill>
                  <a:srgbClr val="EBEBEB"/>
                </a:solidFill>
              </a:defRPr>
            </a:pPr>
            <a:r>
              <a:rPr lang="en-US" sz="2200">
                <a:ea typeface="+mn-lt"/>
                <a:cs typeface="+mn-lt"/>
              </a:rPr>
              <a:t>This includes:</a:t>
            </a:r>
            <a:endParaRPr lang="en-US"/>
          </a:p>
          <a:p>
            <a:pPr marL="285750" indent="-285750">
              <a:buFont typeface="Arial"/>
              <a:buChar char="•"/>
              <a:defRPr sz="2000">
                <a:solidFill>
                  <a:srgbClr val="EBEBEB"/>
                </a:solidFill>
              </a:defRPr>
            </a:pPr>
            <a:r>
              <a:rPr lang="en-US" sz="2200">
                <a:ea typeface="+mn-lt"/>
                <a:cs typeface="+mn-lt"/>
              </a:rPr>
              <a:t>Broadcast chat</a:t>
            </a:r>
            <a:endParaRPr lang="en-US"/>
          </a:p>
          <a:p>
            <a:pPr marL="285750" indent="-285750">
              <a:buFont typeface="Arial"/>
              <a:buChar char="•"/>
              <a:defRPr sz="2000">
                <a:solidFill>
                  <a:srgbClr val="EBEBEB"/>
                </a:solidFill>
              </a:defRPr>
            </a:pPr>
            <a:r>
              <a:rPr lang="en-US" sz="2200">
                <a:ea typeface="+mn-lt"/>
                <a:cs typeface="+mn-lt"/>
              </a:rPr>
              <a:t>System announcements</a:t>
            </a:r>
            <a:endParaRPr lang="en-US"/>
          </a:p>
          <a:p>
            <a:pPr marL="285750" indent="-285750">
              <a:buFont typeface="Arial"/>
              <a:buChar char="•"/>
              <a:defRPr sz="2000">
                <a:solidFill>
                  <a:srgbClr val="EBEBEB"/>
                </a:solidFill>
              </a:defRPr>
            </a:pPr>
            <a:r>
              <a:rPr lang="en-US" sz="2200">
                <a:ea typeface="+mn-lt"/>
                <a:cs typeface="+mn-lt"/>
              </a:rPr>
              <a:t>Admin messages</a:t>
            </a:r>
            <a:endParaRPr lang="en-US"/>
          </a:p>
          <a:p>
            <a:pPr marL="285750" indent="-285750">
              <a:buFont typeface="Arial"/>
              <a:buChar char="•"/>
              <a:defRPr sz="2000">
                <a:solidFill>
                  <a:srgbClr val="EBEBEB"/>
                </a:solidFill>
              </a:defRPr>
            </a:pPr>
            <a:r>
              <a:rPr lang="en-US" sz="2200">
                <a:ea typeface="+mn-lt"/>
                <a:cs typeface="+mn-lt"/>
              </a:rPr>
              <a:t>AI responses (if desired)</a:t>
            </a:r>
            <a:endParaRPr lang="en-US"/>
          </a:p>
          <a:p>
            <a:pPr>
              <a:defRPr sz="2000">
                <a:solidFill>
                  <a:srgbClr val="EBEBEB"/>
                </a:solidFill>
              </a:defRPr>
            </a:pPr>
            <a:r>
              <a:rPr lang="en-US" sz="2200">
                <a:ea typeface="+mn-lt"/>
                <a:cs typeface="+mn-lt"/>
              </a:rPr>
              <a:t>Never miss important conversation context </a:t>
            </a:r>
            <a:endParaRPr lang="en-US" sz="2000">
              <a:ea typeface="+mn-lt"/>
              <a:cs typeface="+mn-lt"/>
            </a:endParaRPr>
          </a:p>
          <a:p>
            <a:pPr>
              <a:defRPr sz="2000">
                <a:solidFill>
                  <a:srgbClr val="EBEBEB"/>
                </a:solidFill>
              </a:defRPr>
            </a:pPr>
            <a:r>
              <a:rPr lang="en-US" sz="2200">
                <a:ea typeface="+mn-lt"/>
                <a:cs typeface="+mn-lt"/>
              </a:rPr>
              <a:t>— similar to joining a Discord channel and seeing recent chat history.</a:t>
            </a:r>
            <a:endParaRPr/>
          </a:p>
          <a:p>
            <a:pPr>
              <a:defRPr sz="2000">
                <a:solidFill>
                  <a:srgbClr val="EBEBEB"/>
                </a:solidFill>
              </a:defRPr>
            </a:pPr>
            <a:endParaRPr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d_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6661504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Chat Features: </a:t>
            </a:r>
            <a:endParaRPr lang="en-US"/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Join/Leave Announcements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369195"/>
            <a:ext cx="8686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"Bob joined (Online: 5)"</a:t>
            </a:r>
          </a:p>
          <a:p>
            <a:pPr lvl="1">
              <a:defRPr sz="2000">
                <a:solidFill>
                  <a:srgbClr val="EBEBEB"/>
                </a:solidFill>
              </a:defRPr>
            </a:pPr>
            <a:r>
              <a:t>"Alice left (Online: 4)"</a:t>
            </a:r>
          </a:p>
          <a:p>
            <a:pPr lvl="1">
              <a:defRPr sz="2000">
                <a:solidFill>
                  <a:srgbClr val="EBEBEB"/>
                </a:solidFill>
              </a:defRPr>
            </a:pPr>
            <a:r>
              <a:t>Logged + included in history buffer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d_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3822" y="559578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Admin Features: Powerful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2319" y="2044493"/>
            <a:ext cx="8678979" cy="261610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/kick, /</a:t>
            </a:r>
            <a:r>
              <a:rPr lang="en-US" err="1"/>
              <a:t>changepw</a:t>
            </a:r>
            <a:r>
              <a:t>, /rename, /announce, /exit-server</a:t>
            </a:r>
          </a:p>
          <a:p>
            <a:pPr lvl="1">
              <a:defRPr sz="2000">
                <a:solidFill>
                  <a:srgbClr val="EBEBEB"/>
                </a:solidFill>
              </a:defRPr>
            </a:pPr>
            <a:r>
              <a:t>Instant effects (kick/rename apply to live sessions)</a:t>
            </a:r>
          </a:p>
          <a:p>
            <a:pPr>
              <a:defRPr sz="2000">
                <a:solidFill>
                  <a:srgbClr val="EBEBEB"/>
                </a:solidFill>
              </a:defRPr>
            </a:pPr>
            <a:r>
              <a:t>All admin actions logged</a:t>
            </a:r>
            <a:br>
              <a:rPr lang="en-US"/>
            </a:br>
            <a:br>
              <a:rPr lang="en-US"/>
            </a:br>
            <a:br>
              <a:rPr lang="en-US"/>
            </a:br>
            <a:r>
              <a:rPr lang="en-US" sz="2200">
                <a:solidFill>
                  <a:srgbClr val="FFFFFF"/>
                </a:solidFill>
              </a:rPr>
              <a:t>Rename flow: /rename old new → live map updated → broadcast</a:t>
            </a:r>
            <a:endParaRPr lang="en-US" sz="2200">
              <a:solidFill>
                <a:srgbClr val="000000"/>
              </a:solidFill>
            </a:endParaRPr>
          </a:p>
          <a:p>
            <a:pPr lvl="1">
              <a:defRPr sz="2000">
                <a:solidFill>
                  <a:srgbClr val="EBEBEB"/>
                </a:solidFill>
              </a:defRPr>
            </a:pPr>
            <a:r>
              <a:rPr lang="en-US"/>
              <a:t>Kick flow: notify → log → disconnect → system message</a:t>
            </a:r>
            <a:endParaRPr lang="en-US">
              <a:solidFill>
                <a:srgbClr val="000000"/>
              </a:solidFill>
            </a:endParaRPr>
          </a:p>
          <a:p>
            <a:pPr lvl="1">
              <a:defRPr sz="2000">
                <a:solidFill>
                  <a:srgbClr val="EBEBEB"/>
                </a:solidFill>
              </a:defRPr>
            </a:pPr>
            <a:r>
              <a:rPr lang="en-US"/>
              <a:t>Announce: [ADMIN] &lt;message&gt;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d_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Admin Logging &amp;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067" y="1406108"/>
            <a:ext cx="3898397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lang="en-US">
                <a:ea typeface="+mn-lt"/>
                <a:cs typeface="+mn-lt"/>
              </a:rPr>
              <a:t>Two logs store all activity:</a:t>
            </a:r>
            <a:endParaRPr lang="en-US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b="1"/>
              <a:t>connections.csv</a:t>
            </a:r>
            <a:endParaRPr lang="en-US" b="1"/>
          </a:p>
          <a:p>
            <a:pPr marL="285750" indent="-285750"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rPr lang="en-US">
                <a:ea typeface="+mn-lt"/>
                <a:cs typeface="+mn-lt"/>
              </a:rPr>
              <a:t>CONNECT / DISCONNECT</a:t>
            </a:r>
            <a:endParaRPr lang="en-US"/>
          </a:p>
          <a:p>
            <a:pPr marL="285750" indent="-285750"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rPr lang="en-US">
                <a:ea typeface="+mn-lt"/>
                <a:cs typeface="+mn-lt"/>
              </a:rPr>
              <a:t>LOGIN_SUCCESS / LOGIN_FAIL</a:t>
            </a:r>
            <a:endParaRPr lang="en-US"/>
          </a:p>
          <a:p>
            <a:pPr marL="285750" indent="-285750"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rPr lang="en-US">
                <a:ea typeface="+mn-lt"/>
                <a:cs typeface="+mn-lt"/>
              </a:rPr>
              <a:t>SIGNUP_SUCCESS</a:t>
            </a:r>
          </a:p>
          <a:p>
            <a:pPr marL="285750" indent="-285750"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rPr lang="en-US">
                <a:ea typeface="+mn-lt"/>
                <a:cs typeface="+mn-lt"/>
              </a:rPr>
              <a:t>ADMIN_ACTION</a:t>
            </a:r>
          </a:p>
          <a:p>
            <a:pPr marL="285750" indent="-285750"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rPr lang="en-US">
                <a:ea typeface="+mn-lt"/>
                <a:cs typeface="+mn-lt"/>
              </a:rPr>
              <a:t>SERVER_SHUTDOWN</a:t>
            </a:r>
          </a:p>
          <a:p>
            <a:pPr marL="285750" indent="-285750">
              <a:buFont typeface="Arial"/>
              <a:buChar char="•"/>
              <a:defRPr sz="2000">
                <a:solidFill>
                  <a:srgbClr val="EBEBEB"/>
                </a:solidFill>
              </a:defRPr>
            </a:pPr>
            <a:endParaRPr lang="en-US" sz="2200">
              <a:solidFill>
                <a:srgbClr val="FFFFFF"/>
              </a:solidFill>
            </a:endParaRPr>
          </a:p>
          <a:p>
            <a:pPr>
              <a:defRPr sz="2000">
                <a:solidFill>
                  <a:srgbClr val="EBEBEB"/>
                </a:solidFill>
              </a:defRPr>
            </a:pPr>
            <a:endParaRPr lang="en-US"/>
          </a:p>
        </p:txBody>
      </p:sp>
      <p:pic>
        <p:nvPicPr>
          <p:cNvPr id="5" name="Picture 4" descr="csv_chat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744100"/>
            <a:ext cx="8046720" cy="14738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3B1E78-0014-3918-AF4B-8AAF959C5480}"/>
              </a:ext>
            </a:extLst>
          </p:cNvPr>
          <p:cNvSpPr txBox="1"/>
          <p:nvPr/>
        </p:nvSpPr>
        <p:spPr>
          <a:xfrm>
            <a:off x="4911072" y="1416445"/>
            <a:ext cx="4572000" cy="37240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2000" b="1" baseline="0">
                <a:solidFill>
                  <a:srgbClr val="EBEBEB"/>
                </a:solidFill>
                <a:latin typeface="Neue Haas Grotesk Text Pro"/>
                <a:ea typeface="Segoe UI"/>
                <a:cs typeface="Segoe UI"/>
              </a:rPr>
              <a:t>chat_history.csv</a:t>
            </a:r>
            <a:r>
              <a:rPr lang="en-US" sz="2000">
                <a:latin typeface="Neue Haas Grotesk Text Pro"/>
                <a:ea typeface="Segoe UI"/>
                <a:cs typeface="Segoe UI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2200" baseline="0">
                <a:solidFill>
                  <a:srgbClr val="EBEBEB"/>
                </a:solidFill>
                <a:latin typeface="Neue Haas Grotesk Text Pro"/>
                <a:ea typeface="Arial"/>
                <a:cs typeface="Arial"/>
              </a:rPr>
              <a:t>BROADCAST</a:t>
            </a:r>
            <a:r>
              <a:rPr lang="en-US" sz="2200">
                <a:latin typeface="Neue Haas Grotesk Text Pro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2200" baseline="0">
                <a:solidFill>
                  <a:srgbClr val="EBEBEB"/>
                </a:solidFill>
                <a:latin typeface="Neue Haas Grotesk Text Pro"/>
                <a:ea typeface="Arial"/>
                <a:cs typeface="Arial"/>
              </a:rPr>
              <a:t>PRIVATE</a:t>
            </a:r>
            <a:r>
              <a:rPr lang="en-US" sz="2200">
                <a:latin typeface="Neue Haas Grotesk Text Pro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2200" baseline="0">
                <a:solidFill>
                  <a:srgbClr val="EBEBEB"/>
                </a:solidFill>
                <a:latin typeface="Neue Haas Grotesk Text Pro"/>
                <a:ea typeface="Arial"/>
                <a:cs typeface="Arial"/>
              </a:rPr>
              <a:t>SYSTEM</a:t>
            </a:r>
            <a:r>
              <a:rPr lang="en-US" sz="2200">
                <a:latin typeface="Neue Haas Grotesk Text Pro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2200" baseline="0">
                <a:solidFill>
                  <a:srgbClr val="EBEBEB"/>
                </a:solidFill>
                <a:latin typeface="Neue Haas Grotesk Text Pro"/>
                <a:ea typeface="Arial"/>
                <a:cs typeface="Arial"/>
              </a:rPr>
              <a:t>ADMIN</a:t>
            </a:r>
            <a:r>
              <a:rPr lang="en-US" sz="2200">
                <a:latin typeface="Neue Haas Grotesk Text Pro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2200" baseline="0">
                <a:solidFill>
                  <a:srgbClr val="EBEBEB"/>
                </a:solidFill>
                <a:latin typeface="Neue Haas Grotesk Text Pro"/>
                <a:ea typeface="Arial"/>
                <a:cs typeface="Arial"/>
              </a:rPr>
              <a:t>AI_RESPONSE</a:t>
            </a:r>
            <a:r>
              <a:rPr lang="en-US" sz="2200">
                <a:latin typeface="Neue Haas Grotesk Text Pro"/>
                <a:ea typeface="Arial"/>
                <a:cs typeface="Arial"/>
              </a:rPr>
              <a:t>​</a:t>
            </a:r>
          </a:p>
          <a:p>
            <a:pPr rtl="0"/>
            <a:r>
              <a:rPr lang="en-US" sz="2200" baseline="0">
                <a:solidFill>
                  <a:srgbClr val="EBEBEB"/>
                </a:solidFill>
                <a:latin typeface="Neue Haas Grotesk Text Pro"/>
                <a:ea typeface="Segoe UI"/>
                <a:cs typeface="Segoe UI"/>
              </a:rPr>
              <a:t>Logs contain timestamps, usernames, andmessage metadata.</a:t>
            </a:r>
            <a:r>
              <a:rPr lang="en-US" sz="2200">
                <a:latin typeface="Neue Haas Grotesk Text Pro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2200">
                <a:latin typeface="Neue Haas Grotesk Text Pro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d_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317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Server Console Menu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9794"/>
            <a:ext cx="6819270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lang="en-US" sz="3200"/>
              <a:t>Start server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US" sz="3200"/>
              <a:t>Stop server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US" sz="3200"/>
              <a:t>change port</a:t>
            </a:r>
            <a:endParaRPr lang="en-US" sz="3200">
              <a:solidFill>
                <a:srgbClr val="EBEBEB"/>
              </a:solidFill>
            </a:endParaRP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US" sz="3200">
                <a:solidFill>
                  <a:srgbClr val="EBEBEB"/>
                </a:solidFill>
              </a:rPr>
              <a:t>View</a:t>
            </a:r>
            <a:r>
              <a:rPr lang="en-US" sz="3200"/>
              <a:t> connections </a:t>
            </a:r>
            <a:endParaRPr lang="en-US" sz="3200">
              <a:solidFill>
                <a:srgbClr val="EBEBEB"/>
              </a:solidFill>
            </a:endParaRP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US" sz="3200"/>
              <a:t>show log paths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US" sz="3200">
                <a:solidFill>
                  <a:srgbClr val="EBEBEB"/>
                </a:solidFill>
              </a:rPr>
              <a:t>Reload</a:t>
            </a:r>
            <a:r>
              <a:rPr lang="en-US" sz="3200"/>
              <a:t> users.txt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US" sz="3200"/>
              <a:t>exit application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d_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Logging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441" y="2471068"/>
            <a:ext cx="8051878" cy="31393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lang="en-US">
                <a:ea typeface="+mn-lt"/>
                <a:cs typeface="+mn-lt"/>
              </a:rPr>
              <a:t>Two CSV files track activity:</a:t>
            </a:r>
            <a:endParaRPr lang="en-US"/>
          </a:p>
          <a:p>
            <a:pPr marL="285750" indent="-285750"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b="1">
                <a:ea typeface="+mn-lt"/>
                <a:cs typeface="+mn-lt"/>
              </a:rPr>
              <a:t>connections.csv</a:t>
            </a:r>
            <a:endParaRPr lang="en-US"/>
          </a:p>
          <a:p>
            <a:pPr marL="742950" lvl="1" indent="-285750"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rPr lang="en-US">
                <a:ea typeface="+mn-lt"/>
                <a:cs typeface="+mn-lt"/>
              </a:rPr>
              <a:t>Logins, disconnects, admin actions, timestamps</a:t>
            </a:r>
            <a:endParaRPr lang="en-US"/>
          </a:p>
          <a:p>
            <a:pPr marL="285750" indent="-285750"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b="1">
                <a:ea typeface="+mn-lt"/>
                <a:cs typeface="+mn-lt"/>
              </a:rPr>
              <a:t>chat_history.csv</a:t>
            </a:r>
          </a:p>
          <a:p>
            <a:pPr marL="742950" lvl="1" indent="-285750"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rPr lang="en-US">
                <a:ea typeface="+mn-lt"/>
                <a:cs typeface="+mn-lt"/>
              </a:rPr>
              <a:t>Messages, private chats, AI replies, errors, events</a:t>
            </a:r>
            <a:endParaRPr/>
          </a:p>
          <a:p>
            <a:pPr lvl="1">
              <a:defRPr sz="2000">
                <a:solidFill>
                  <a:srgbClr val="EBEBEB"/>
                </a:solidFill>
              </a:defRPr>
            </a:pPr>
            <a:r>
              <a:rPr lang="en-US" sz="2200" b="1">
                <a:ea typeface="+mn-lt"/>
                <a:cs typeface="+mn-lt"/>
              </a:rPr>
              <a:t>History Buffer:</a:t>
            </a:r>
            <a:br>
              <a:rPr lang="en-US" sz="2200" b="1">
                <a:ea typeface="+mn-lt"/>
                <a:cs typeface="+mn-lt"/>
              </a:rPr>
            </a:br>
            <a:r>
              <a:rPr lang="en-US" sz="2200" b="1">
                <a:ea typeface="+mn-lt"/>
                <a:cs typeface="+mn-lt"/>
              </a:rPr>
              <a:t> The server stores the last 1000 messages</a:t>
            </a:r>
            <a:r>
              <a:rPr lang="en-US" sz="2200">
                <a:ea typeface="+mn-lt"/>
                <a:cs typeface="+mn-lt"/>
              </a:rPr>
              <a:t> in memory and </a:t>
            </a:r>
          </a:p>
          <a:p>
            <a:pPr lvl="1">
              <a:defRPr sz="2000">
                <a:solidFill>
                  <a:srgbClr val="EBEBEB"/>
                </a:solidFill>
              </a:defRPr>
            </a:pPr>
            <a:r>
              <a:rPr lang="en-US" sz="2200">
                <a:ea typeface="+mn-lt"/>
                <a:cs typeface="+mn-lt"/>
              </a:rPr>
              <a:t> sends them to users upon login so they can catch up instantly.</a:t>
            </a:r>
            <a:endParaRPr lang="en-US"/>
          </a:p>
          <a:p>
            <a:pPr>
              <a:defRPr sz="2000">
                <a:solidFill>
                  <a:srgbClr val="EBEBEB"/>
                </a:solidFill>
              </a:defRPr>
            </a:pPr>
            <a:endParaRPr sz="220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d_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UML: Class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1" y="1234440"/>
            <a:ext cx="8901112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Core classes: </a:t>
            </a:r>
            <a:endParaRPr lang="en-US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err="1"/>
              <a:t>ChatServer</a:t>
            </a:r>
            <a:r>
              <a:t>, </a:t>
            </a:r>
            <a:r>
              <a:rPr err="1"/>
              <a:t>ClientHandler</a:t>
            </a:r>
            <a:r>
              <a:t>, </a:t>
            </a:r>
            <a:r>
              <a:rPr err="1"/>
              <a:t>UserManager</a:t>
            </a:r>
            <a:r>
              <a:t>, </a:t>
            </a:r>
            <a:r>
              <a:rPr err="1"/>
              <a:t>ChatLogger</a:t>
            </a:r>
            <a:r>
              <a:t>, </a:t>
            </a:r>
            <a:r>
              <a:rPr err="1"/>
              <a:t>AIClient</a:t>
            </a:r>
            <a:r>
              <a:t>, </a:t>
            </a:r>
            <a:r>
              <a:rPr err="1"/>
              <a:t>ChatClient</a:t>
            </a:r>
            <a:r>
              <a:t>, User</a:t>
            </a:r>
          </a:p>
          <a:p>
            <a:pPr lvl="1">
              <a:defRPr sz="2000">
                <a:solidFill>
                  <a:srgbClr val="EBEBEB"/>
                </a:solidFill>
              </a:defRPr>
            </a:pPr>
            <a:r>
              <a:t>Key relations: Server ↔ </a:t>
            </a:r>
            <a:r>
              <a:rPr err="1"/>
              <a:t>ClientHandler</a:t>
            </a:r>
            <a:r>
              <a:t>; Server ↔ </a:t>
            </a:r>
            <a:r>
              <a:rPr err="1"/>
              <a:t>UserManager</a:t>
            </a:r>
            <a:r>
              <a:t>; Server ↔ </a:t>
            </a:r>
            <a:r>
              <a:rPr err="1"/>
              <a:t>ChatLogger</a:t>
            </a:r>
            <a:r>
              <a:t>; Server ↔ </a:t>
            </a:r>
            <a:r>
              <a:rPr err="1"/>
              <a:t>AIClient</a:t>
            </a:r>
            <a:endParaRPr/>
          </a:p>
        </p:txBody>
      </p:sp>
      <p:pic>
        <p:nvPicPr>
          <p:cNvPr id="5" name="Picture 4" descr="uml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104" y="2957989"/>
            <a:ext cx="5183505" cy="38597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d_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659481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UML: Sequence Diagrams</a:t>
            </a:r>
            <a:endParaRPr lang="en-US"/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 (Login &amp; PM)</a:t>
            </a:r>
          </a:p>
        </p:txBody>
      </p:sp>
      <p:pic>
        <p:nvPicPr>
          <p:cNvPr id="4" name="Picture 3" descr="seq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043238"/>
            <a:ext cx="4114800" cy="1935068"/>
          </a:xfrm>
          <a:prstGeom prst="rect">
            <a:avLst/>
          </a:prstGeom>
        </p:spPr>
      </p:pic>
      <p:pic>
        <p:nvPicPr>
          <p:cNvPr id="5" name="Picture 4" descr="seq_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043238"/>
            <a:ext cx="4114800" cy="194256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lue circuit board">
            <a:extLst>
              <a:ext uri="{FF2B5EF4-FFF2-40B4-BE49-F238E27FC236}">
                <a16:creationId xmlns:a16="http://schemas.microsoft.com/office/drawing/2014/main" id="{3EDC7B53-32F2-B9F1-0876-154147C8E9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20" r="18182" b="-3"/>
          <a:stretch>
            <a:fillRect/>
          </a:stretch>
        </p:blipFill>
        <p:spPr>
          <a:xfrm>
            <a:off x="-7414" y="10"/>
            <a:ext cx="5679453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1F8D05-27F6-3EF2-C711-8BC0120D75E2}"/>
              </a:ext>
            </a:extLst>
          </p:cNvPr>
          <p:cNvSpPr txBox="1"/>
          <p:nvPr/>
        </p:nvSpPr>
        <p:spPr>
          <a:xfrm>
            <a:off x="174771" y="180799"/>
            <a:ext cx="5366574" cy="24055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 lnSpcReduction="1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b="1" i="1" u="sng">
                <a:solidFill>
                  <a:srgbClr val="FF0000"/>
                </a:solidFill>
              </a:rPr>
              <a:t>Future improvements </a:t>
            </a: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b="1" i="1" u="sng">
                <a:solidFill>
                  <a:srgbClr val="FF0000"/>
                </a:solidFill>
              </a:rPr>
              <a:t>&amp; </a:t>
            </a:r>
            <a:endParaRPr lang="en-US">
              <a:solidFill>
                <a:srgbClr val="000000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b="1" i="1" u="sng">
                <a:solidFill>
                  <a:srgbClr val="FF0000"/>
                </a:solidFill>
              </a:rPr>
              <a:t>conclusion</a:t>
            </a:r>
            <a:endParaRPr lang="en-US"/>
          </a:p>
        </p:txBody>
      </p:sp>
      <p:graphicFrame>
        <p:nvGraphicFramePr>
          <p:cNvPr id="14" name="TextBox 3">
            <a:extLst>
              <a:ext uri="{FF2B5EF4-FFF2-40B4-BE49-F238E27FC236}">
                <a16:creationId xmlns:a16="http://schemas.microsoft.com/office/drawing/2014/main" id="{041B4F6E-8946-C9CF-8B63-5B90D4E853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6277440"/>
              </p:ext>
            </p:extLst>
          </p:nvPr>
        </p:nvGraphicFramePr>
        <p:xfrm>
          <a:off x="5684980" y="1122344"/>
          <a:ext cx="3463556" cy="5601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0392182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VanillaVTI</vt:lpstr>
      <vt:lpstr>PowerPoint Presentation</vt:lpstr>
      <vt:lpstr>PowerPoint Presentation</vt:lpstr>
      <vt:lpstr>PowerPoint Presentation</vt:lpstr>
      <vt:lpstr>System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Error Handling </vt:lpstr>
      <vt:lpstr>How to Run the system</vt:lpstr>
      <vt:lpstr>PowerPoint Presentation</vt:lpstr>
      <vt:lpstr>Multi-Threading &amp; Concurrency</vt:lpstr>
      <vt:lpstr>Data Structures Used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</cp:revision>
  <dcterms:created xsi:type="dcterms:W3CDTF">2013-01-27T09:14:16Z</dcterms:created>
  <dcterms:modified xsi:type="dcterms:W3CDTF">2025-12-05T02:47:18Z</dcterms:modified>
  <cp:category/>
</cp:coreProperties>
</file>